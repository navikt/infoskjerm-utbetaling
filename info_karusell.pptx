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4" r:id="rId4"/>
    <p:sldId id="263" r:id="rId5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3D2C"/>
    <a:srgbClr val="851542"/>
    <a:srgbClr val="D8226C"/>
    <a:srgbClr val="549E06"/>
    <a:srgbClr val="161553"/>
    <a:srgbClr val="7D2459"/>
    <a:srgbClr val="40A0B6"/>
    <a:srgbClr val="B2DAE4"/>
    <a:srgbClr val="F86A38"/>
    <a:srgbClr val="4B0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C75765-636C-4E6F-9DDC-FE5B0D1BF96F}" v="579" dt="2025-11-04T10:43:37.1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4952B5A-6A1A-20C6-DBA3-03955087B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C3E8ABBB-6001-9AF4-9BC9-B703F5BDD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E1C8454-5A13-E61B-5DEA-D0D57D876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3BDC-243A-4E62-B494-DD354AC0D5A2}" type="datetimeFigureOut">
              <a:rPr lang="nb-NO" smtClean="0"/>
              <a:t>04.11.2025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A9556B1-AA33-FB6A-FA69-FB1E4D504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5AA8383-06DA-E563-346C-841677D97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ABDC-4B90-4F83-9335-3F204C19D22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24305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000" advClick="0" advTm="20000">
        <p159:morph option="byObject"/>
      </p:transition>
    </mc:Choice>
    <mc:Fallback xmlns="">
      <p:transition spd="slow" advClick="0" advTm="20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E92B1E6-1A64-F45D-77F3-7B07A40A1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7A8E9F5-4829-1E6F-EE7D-1F67FB9FF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E2203B4-1878-E26F-7CEF-714C95E4F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3BDC-243A-4E62-B494-DD354AC0D5A2}" type="datetimeFigureOut">
              <a:rPr lang="nb-NO" smtClean="0"/>
              <a:t>04.11.2025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48D1CA7-93CB-3794-1963-2F0DC56B6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ABC4567-2672-6350-0C08-D7286C31F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ABDC-4B90-4F83-9335-3F204C19D22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44201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000" advClick="0" advTm="20000">
        <p159:morph option="byObject"/>
      </p:transition>
    </mc:Choice>
    <mc:Fallback xmlns="">
      <p:transition spd="slow" advClick="0" advTm="20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4542B8B-17ED-09E5-793E-EEC3F0799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A998E48-1E54-88DC-4A0B-ACA013BF4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1082ECB-D5C7-6FD4-8ACB-9BF4BEA8B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3BDC-243A-4E62-B494-DD354AC0D5A2}" type="datetimeFigureOut">
              <a:rPr lang="nb-NO" smtClean="0"/>
              <a:t>04.11.2025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CA9DEB8-F8FB-63EF-47DB-6C89A7E2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2B39AC5-FBFC-0CF9-2FC7-BCAA8EE20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ABDC-4B90-4F83-9335-3F204C19D22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11720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000" advClick="0" advTm="20000">
        <p159:morph option="byObject"/>
      </p:transition>
    </mc:Choice>
    <mc:Fallback xmlns="">
      <p:transition spd="slow" advClick="0" advTm="20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541FF94-940D-C314-72F7-BDB215D78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829D67B-7146-1516-AF2D-C4A2400D3C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4128DA09-E882-A685-5FA7-4A1C87736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11E228F5-498C-89AE-B965-39B2D3864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3BDC-243A-4E62-B494-DD354AC0D5A2}" type="datetimeFigureOut">
              <a:rPr lang="nb-NO" smtClean="0"/>
              <a:t>04.11.2025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EF2D7854-F7AC-0842-C55E-59F0DDA32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DDE7317F-AFF3-577A-6129-76D5E448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ABDC-4B90-4F83-9335-3F204C19D22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45062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000" advClick="0" advTm="20000">
        <p159:morph option="byObject"/>
      </p:transition>
    </mc:Choice>
    <mc:Fallback xmlns="">
      <p:transition spd="slow" advClick="0" advTm="20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C024539-3C04-3BA4-2F0E-61FB37D60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3045E97B-85C8-BBCD-D1E0-9716BC07E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0631CBDD-ECC9-39DA-4809-E8F505619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41FCE772-7C41-61C3-BC41-6A2F3A9D91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6ACBC159-4664-1294-01C8-3A5F8BEF8B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D7434DF8-9E40-95BE-596E-3F617B2CE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3BDC-243A-4E62-B494-DD354AC0D5A2}" type="datetimeFigureOut">
              <a:rPr lang="nb-NO" smtClean="0"/>
              <a:t>04.11.2025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20CD46C9-0525-8DC7-76E2-B50AE1FE7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90BCEBC3-B11A-1C5C-4C20-7F65A97AE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ABDC-4B90-4F83-9335-3F204C19D22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43535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000" advClick="0" advTm="20000">
        <p159:morph option="byObject"/>
      </p:transition>
    </mc:Choice>
    <mc:Fallback xmlns="">
      <p:transition spd="slow" advClick="0" advTm="20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D389F92-BA2B-21FE-648C-7DA6F743E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8AF23DDE-1B1A-F57C-CB21-5A519D62B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3BDC-243A-4E62-B494-DD354AC0D5A2}" type="datetimeFigureOut">
              <a:rPr lang="nb-NO" smtClean="0"/>
              <a:t>04.11.2025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A74A1916-F481-73B4-E662-81C15A658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AA94F1A3-867A-A2E4-7BCA-B24C1013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ABDC-4B90-4F83-9335-3F204C19D22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33188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000" advClick="0" advTm="20000">
        <p159:morph option="byObject"/>
      </p:transition>
    </mc:Choice>
    <mc:Fallback xmlns="">
      <p:transition spd="slow" advClick="0" advTm="20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CAC92503-B998-F5D6-70AD-C50A1F825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3BDC-243A-4E62-B494-DD354AC0D5A2}" type="datetimeFigureOut">
              <a:rPr lang="nb-NO" smtClean="0"/>
              <a:t>04.11.2025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DCA49F46-669D-D057-BD15-9028787BE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FBDAD538-5C44-FB4D-41B7-135E62099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ABDC-4B90-4F83-9335-3F204C19D22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96798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000" advClick="0" advTm="20000">
        <p159:morph option="byObject"/>
      </p:transition>
    </mc:Choice>
    <mc:Fallback xmlns="">
      <p:transition spd="slow" advClick="0" advTm="20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E11974F-AAE7-451A-ED88-BDF201DB6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AE1CC6B-9862-4B09-471D-59081A4F9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EA870726-F205-457E-C336-AC82CFD8B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E0301004-CB22-B5D6-4F04-31A70187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3BDC-243A-4E62-B494-DD354AC0D5A2}" type="datetimeFigureOut">
              <a:rPr lang="nb-NO" smtClean="0"/>
              <a:t>04.11.2025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3FDA0DE8-0B1B-7E8E-1E25-7BB5B09AF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E9F61A8C-075C-CAB1-07D5-F06102C60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ABDC-4B90-4F83-9335-3F204C19D22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44624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000" advClick="0" advTm="20000">
        <p159:morph option="byObject"/>
      </p:transition>
    </mc:Choice>
    <mc:Fallback xmlns="">
      <p:transition spd="slow" advClick="0" advTm="20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2105986-4470-0C78-1E37-4EF1C470B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8D9790F5-867A-39AC-7BBD-76AE863A64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ABEC2039-6374-B25D-BC7F-53D4076F2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650A4D2B-4D37-6061-F041-501669163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3BDC-243A-4E62-B494-DD354AC0D5A2}" type="datetimeFigureOut">
              <a:rPr lang="nb-NO" smtClean="0"/>
              <a:t>04.11.2025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86D8373E-6426-D219-3690-352360B35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3B0A44E2-B6C1-536B-9CDC-209D43221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ABDC-4B90-4F83-9335-3F204C19D22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5992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000" advClick="0" advTm="20000">
        <p159:morph option="byObject"/>
      </p:transition>
    </mc:Choice>
    <mc:Fallback xmlns="">
      <p:transition spd="slow" advClick="0" advTm="20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3D986D6-DD94-D73E-91FC-1C8C92CE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88935ECA-D602-B111-355D-5A2D4617E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D5FEEE6-A95E-A1A3-2524-AB03091CB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3BDC-243A-4E62-B494-DD354AC0D5A2}" type="datetimeFigureOut">
              <a:rPr lang="nb-NO" smtClean="0"/>
              <a:t>04.11.2025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66E5C3F-A8BC-8601-7659-D2E6023E7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EE3EC25-F7EA-D728-726C-77CFF47E8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ABDC-4B90-4F83-9335-3F204C19D22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1681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000" advClick="0" advTm="20000">
        <p159:morph option="byObject"/>
      </p:transition>
    </mc:Choice>
    <mc:Fallback xmlns="">
      <p:transition spd="slow" advClick="0" advTm="20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E0CA6894-79CA-ADB5-D8A7-43D9864C78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BE0184E4-711B-09BB-1FB8-9AA0FE656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737AE82-11A0-D3A3-411E-543B46340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3BDC-243A-4E62-B494-DD354AC0D5A2}" type="datetimeFigureOut">
              <a:rPr lang="nb-NO" smtClean="0"/>
              <a:t>04.11.2025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74A5CDA-1219-906D-BC22-657AE565F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13042EE-3C92-3F85-9771-4807B37C2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ABDC-4B90-4F83-9335-3F204C19D22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7081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000" advClick="0" advTm="20000">
        <p159:morph option="byObject"/>
      </p:transition>
    </mc:Choice>
    <mc:Fallback xmlns="">
      <p:transition spd="slow" advClick="0" advTm="20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E138EB89-3F78-C76A-37DF-E8248421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B8DB1C5A-B2AD-5AA5-5293-1AFA82DA8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9B0CEE0-53F0-4535-E4E3-AC3432EA4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183BDC-243A-4E62-B494-DD354AC0D5A2}" type="datetimeFigureOut">
              <a:rPr lang="nb-NO" smtClean="0"/>
              <a:t>04.11.2025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7719F85-98DD-9D48-CFA5-92A72E217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846292F-0AC7-5673-B5B5-952AE01F3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A7ABDC-4B90-4F83-9335-3F204C19D22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77480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000" advClick="0" advTm="20000">
        <p159:morph option="byObject"/>
      </p:transition>
    </mc:Choice>
    <mc:Fallback xmlns="">
      <p:transition spd="slow" advClick="0" advTm="20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6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37B4E2-6397-A8CD-6DA7-F31931ADA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Sylinder 3">
            <a:extLst>
              <a:ext uri="{FF2B5EF4-FFF2-40B4-BE49-F238E27FC236}">
                <a16:creationId xmlns:a16="http://schemas.microsoft.com/office/drawing/2014/main" id="{BB3184F3-BD9A-B54F-74EC-8D5848EDD2DA}"/>
              </a:ext>
            </a:extLst>
          </p:cNvPr>
          <p:cNvSpPr txBox="1"/>
          <p:nvPr/>
        </p:nvSpPr>
        <p:spPr>
          <a:xfrm>
            <a:off x="732519" y="1070055"/>
            <a:ext cx="10719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600">
                <a:solidFill>
                  <a:schemeClr val="bg1"/>
                </a:solidFill>
              </a:rPr>
              <a:t>Ambisjon for utbetalingsseksjonen</a:t>
            </a: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DFE75B01-FDCA-B2EE-FFA1-B17B724E1012}"/>
              </a:ext>
            </a:extLst>
          </p:cNvPr>
          <p:cNvSpPr txBox="1"/>
          <p:nvPr/>
        </p:nvSpPr>
        <p:spPr>
          <a:xfrm>
            <a:off x="732520" y="1983645"/>
            <a:ext cx="1071988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nb-NO" sz="6000" b="1" kern="0">
                <a:solidFill>
                  <a:schemeClr val="bg1"/>
                </a:solidFill>
                <a:latin typeface="Arial"/>
              </a:rPr>
              <a:t>Forutsigbare utbetalinger </a:t>
            </a:r>
          </a:p>
          <a:p>
            <a:pPr lvl="0">
              <a:defRPr/>
            </a:pPr>
            <a:r>
              <a:rPr lang="nb-NO" sz="6000" b="1" kern="0">
                <a:solidFill>
                  <a:schemeClr val="bg1"/>
                </a:solidFill>
                <a:latin typeface="Arial"/>
              </a:rPr>
              <a:t>og brukerorienterte tjenester</a:t>
            </a:r>
          </a:p>
        </p:txBody>
      </p:sp>
    </p:spTree>
    <p:extLst>
      <p:ext uri="{BB962C8B-B14F-4D97-AF65-F5344CB8AC3E}">
        <p14:creationId xmlns:p14="http://schemas.microsoft.com/office/powerpoint/2010/main" val="321787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000" advClick="0" advTm="20000">
        <p159:morph option="byObject"/>
      </p:transition>
    </mc:Choice>
    <mc:Fallback xmlns="">
      <p:transition spd="slow" advClick="0" advTm="20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22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Sylinder 3">
            <a:extLst>
              <a:ext uri="{FF2B5EF4-FFF2-40B4-BE49-F238E27FC236}">
                <a16:creationId xmlns:a16="http://schemas.microsoft.com/office/drawing/2014/main" id="{2C23C5FF-0091-41A8-8E4A-FE1E5DBCE5AB}"/>
              </a:ext>
            </a:extLst>
          </p:cNvPr>
          <p:cNvSpPr txBox="1"/>
          <p:nvPr/>
        </p:nvSpPr>
        <p:spPr>
          <a:xfrm>
            <a:off x="1195599" y="2517696"/>
            <a:ext cx="107198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Husk hvem vi gjør det for!</a:t>
            </a: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4AA5561D-FBFE-5CE1-6153-55CC5C58BB23}"/>
              </a:ext>
            </a:extLst>
          </p:cNvPr>
          <p:cNvSpPr txBox="1"/>
          <p:nvPr/>
        </p:nvSpPr>
        <p:spPr>
          <a:xfrm>
            <a:off x="488405" y="1883710"/>
            <a:ext cx="10702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>
                <a:solidFill>
                  <a:schemeClr val="bg1"/>
                </a:solidFill>
                <a:cs typeface="Arial" panose="020B0604020202020204" pitchFamily="34" charset="0"/>
              </a:rPr>
              <a:t>For </a:t>
            </a:r>
            <a:r>
              <a:rPr lang="nb-NO" sz="2800" b="1">
                <a:solidFill>
                  <a:srgbClr val="851542"/>
                </a:solidFill>
                <a:cs typeface="Arial" panose="020B0604020202020204" pitchFamily="34" charset="0"/>
              </a:rPr>
              <a:t>kompisen din </a:t>
            </a:r>
            <a:r>
              <a:rPr lang="nb-NO" sz="2400">
                <a:solidFill>
                  <a:schemeClr val="bg1"/>
                </a:solidFill>
                <a:cs typeface="Arial" panose="020B0604020202020204" pitchFamily="34" charset="0"/>
              </a:rPr>
              <a:t>som jobbet som bygningsarbeider og ble skadet på jobb</a:t>
            </a: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B81D7E34-2FB7-C58C-8A48-92F8D842653E}"/>
              </a:ext>
            </a:extLst>
          </p:cNvPr>
          <p:cNvSpPr txBox="1"/>
          <p:nvPr/>
        </p:nvSpPr>
        <p:spPr>
          <a:xfrm>
            <a:off x="2003083" y="4828240"/>
            <a:ext cx="6789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>
                <a:solidFill>
                  <a:schemeClr val="bg1"/>
                </a:solidFill>
                <a:cs typeface="Arial" panose="020B0604020202020204" pitchFamily="34" charset="0"/>
              </a:rPr>
              <a:t>For</a:t>
            </a:r>
            <a:r>
              <a:rPr lang="nb-NO" sz="2400" b="1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nb-NO" sz="2800" b="1">
                <a:solidFill>
                  <a:srgbClr val="851542"/>
                </a:solidFill>
                <a:cs typeface="Arial" panose="020B0604020202020204" pitchFamily="34" charset="0"/>
              </a:rPr>
              <a:t>pappa</a:t>
            </a:r>
            <a:r>
              <a:rPr lang="nb-NO" sz="2400" b="1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nb-NO" sz="2400">
                <a:solidFill>
                  <a:schemeClr val="bg1"/>
                </a:solidFill>
                <a:cs typeface="Arial" panose="020B0604020202020204" pitchFamily="34" charset="0"/>
              </a:rPr>
              <a:t>som pensjonerte seg i fjor</a:t>
            </a: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8496B06C-5109-C1EA-4479-FF3E78CFDEBB}"/>
              </a:ext>
            </a:extLst>
          </p:cNvPr>
          <p:cNvSpPr txBox="1"/>
          <p:nvPr/>
        </p:nvSpPr>
        <p:spPr>
          <a:xfrm>
            <a:off x="3502418" y="1126655"/>
            <a:ext cx="104352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400">
                <a:solidFill>
                  <a:schemeClr val="bg1"/>
                </a:solidFill>
                <a:cs typeface="Arial" panose="020B0604020202020204" pitchFamily="34" charset="0"/>
              </a:rPr>
              <a:t>For </a:t>
            </a:r>
            <a:r>
              <a:rPr lang="nb-NO" sz="2800" b="1">
                <a:solidFill>
                  <a:srgbClr val="851542"/>
                </a:solidFill>
                <a:cs typeface="Arial" panose="020B0604020202020204" pitchFamily="34" charset="0"/>
              </a:rPr>
              <a:t>studenten</a:t>
            </a:r>
            <a:r>
              <a:rPr lang="nb-NO" sz="2400">
                <a:solidFill>
                  <a:schemeClr val="bg1"/>
                </a:solidFill>
                <a:cs typeface="Arial" panose="020B0604020202020204" pitchFamily="34" charset="0"/>
              </a:rPr>
              <a:t> som ikke finner jobb etter endt utdanning</a:t>
            </a: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BF5E3192-719D-1F7C-941D-10924BA9BFFC}"/>
              </a:ext>
            </a:extLst>
          </p:cNvPr>
          <p:cNvSpPr txBox="1"/>
          <p:nvPr/>
        </p:nvSpPr>
        <p:spPr>
          <a:xfrm>
            <a:off x="66972" y="3886498"/>
            <a:ext cx="111236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400">
                <a:solidFill>
                  <a:schemeClr val="bg1"/>
                </a:solidFill>
                <a:cs typeface="Arial" panose="020B0604020202020204" pitchFamily="34" charset="0"/>
              </a:rPr>
              <a:t>For </a:t>
            </a:r>
            <a:r>
              <a:rPr lang="nb-NO" sz="2800" b="1">
                <a:solidFill>
                  <a:srgbClr val="851542"/>
                </a:solidFill>
                <a:cs typeface="Arial" panose="020B0604020202020204" pitchFamily="34" charset="0"/>
              </a:rPr>
              <a:t>alenemammaen</a:t>
            </a:r>
            <a:r>
              <a:rPr lang="nb-NO" sz="2400" b="1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nb-NO" sz="2400">
                <a:solidFill>
                  <a:schemeClr val="bg1"/>
                </a:solidFill>
                <a:cs typeface="Arial" panose="020B0604020202020204" pitchFamily="34" charset="0"/>
              </a:rPr>
              <a:t>i barnehagen som strever med å få endene til å møtes</a:t>
            </a: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0173D15C-D9DC-5883-D3FC-9A845F8DC742}"/>
              </a:ext>
            </a:extLst>
          </p:cNvPr>
          <p:cNvSpPr txBox="1"/>
          <p:nvPr/>
        </p:nvSpPr>
        <p:spPr>
          <a:xfrm>
            <a:off x="300576" y="311745"/>
            <a:ext cx="8119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400">
                <a:solidFill>
                  <a:schemeClr val="bg1"/>
                </a:solidFill>
                <a:cs typeface="Arial" panose="020B0604020202020204" pitchFamily="34" charset="0"/>
              </a:rPr>
              <a:t>For </a:t>
            </a:r>
            <a:r>
              <a:rPr lang="nb-NO" sz="2800" b="1">
                <a:solidFill>
                  <a:srgbClr val="851542"/>
                </a:solidFill>
                <a:cs typeface="Arial" panose="020B0604020202020204" pitchFamily="34" charset="0"/>
              </a:rPr>
              <a:t>flyktningen</a:t>
            </a:r>
            <a:r>
              <a:rPr lang="nb-NO" sz="2400" b="1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nb-NO" sz="2400">
                <a:solidFill>
                  <a:schemeClr val="bg1"/>
                </a:solidFill>
                <a:cs typeface="Arial" panose="020B0604020202020204" pitchFamily="34" charset="0"/>
              </a:rPr>
              <a:t>som prøver å finne sin plass i arbeidslivet</a:t>
            </a:r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7408E3DB-3EAE-4CC3-BF52-80A79ED795F1}"/>
              </a:ext>
            </a:extLst>
          </p:cNvPr>
          <p:cNvSpPr txBox="1"/>
          <p:nvPr/>
        </p:nvSpPr>
        <p:spPr>
          <a:xfrm>
            <a:off x="7644473" y="5589772"/>
            <a:ext cx="41072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400" b="1">
                <a:solidFill>
                  <a:schemeClr val="bg1"/>
                </a:solidFill>
                <a:cs typeface="Arial" panose="020B0604020202020204" pitchFamily="34" charset="0"/>
              </a:rPr>
              <a:t>og </a:t>
            </a:r>
            <a:r>
              <a:rPr lang="nb-NO" sz="2400" b="1">
                <a:solidFill>
                  <a:srgbClr val="851542"/>
                </a:solidFill>
                <a:cs typeface="Arial" panose="020B0604020202020204" pitchFamily="34" charset="0"/>
              </a:rPr>
              <a:t>mange </a:t>
            </a:r>
            <a:r>
              <a:rPr lang="nb-NO" sz="2400" b="1" err="1">
                <a:solidFill>
                  <a:srgbClr val="851542"/>
                </a:solidFill>
                <a:cs typeface="Arial" panose="020B0604020202020204" pitchFamily="34" charset="0"/>
              </a:rPr>
              <a:t>mange</a:t>
            </a:r>
            <a:r>
              <a:rPr lang="nb-NO" sz="2400" b="1">
                <a:solidFill>
                  <a:srgbClr val="851542"/>
                </a:solidFill>
                <a:cs typeface="Arial" panose="020B0604020202020204" pitchFamily="34" charset="0"/>
              </a:rPr>
              <a:t> </a:t>
            </a:r>
            <a:r>
              <a:rPr lang="nb-NO" sz="2400" b="1">
                <a:solidFill>
                  <a:schemeClr val="bg1"/>
                </a:solidFill>
                <a:cs typeface="Arial" panose="020B0604020202020204" pitchFamily="34" charset="0"/>
              </a:rPr>
              <a:t>flere …</a:t>
            </a:r>
          </a:p>
        </p:txBody>
      </p:sp>
    </p:spTree>
    <p:extLst>
      <p:ext uri="{BB962C8B-B14F-4D97-AF65-F5344CB8AC3E}">
        <p14:creationId xmlns:p14="http://schemas.microsoft.com/office/powerpoint/2010/main" val="3872265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000" advClick="0" advTm="20000">
        <p159:morph option="byObject"/>
      </p:transition>
    </mc:Choice>
    <mc:Fallback xmlns="">
      <p:transition spd="slow" advClick="0" advTm="2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7" grpId="0" build="allAtOnce"/>
      <p:bldP spid="9" grpId="0" build="allAtOnce"/>
      <p:bldP spid="11" grpId="0" build="allAtOnce"/>
      <p:bldP spid="13" grpId="0" build="allAtOnce"/>
      <p:bldP spid="14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9B7C70B9-3784-33B7-CB45-51FCF2C54CFE}"/>
              </a:ext>
            </a:extLst>
          </p:cNvPr>
          <p:cNvSpPr/>
          <p:nvPr/>
        </p:nvSpPr>
        <p:spPr>
          <a:xfrm>
            <a:off x="3576000" y="909000"/>
            <a:ext cx="5040000" cy="5040000"/>
          </a:xfrm>
          <a:prstGeom prst="ellipse">
            <a:avLst/>
          </a:prstGeom>
          <a:solidFill>
            <a:srgbClr val="E4ECF4"/>
          </a:solidFill>
          <a:ln w="149225">
            <a:noFill/>
          </a:ln>
          <a:effectLst>
            <a:glow rad="990600">
              <a:schemeClr val="tx2">
                <a:lumMod val="10000"/>
                <a:lumOff val="9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Frihåndsform: figur 5">
            <a:extLst>
              <a:ext uri="{FF2B5EF4-FFF2-40B4-BE49-F238E27FC236}">
                <a16:creationId xmlns:a16="http://schemas.microsoft.com/office/drawing/2014/main" id="{B322369A-D19F-2DBA-A2FD-54B9FB87D9EB}"/>
              </a:ext>
            </a:extLst>
          </p:cNvPr>
          <p:cNvSpPr/>
          <p:nvPr/>
        </p:nvSpPr>
        <p:spPr>
          <a:xfrm>
            <a:off x="4837597" y="1964981"/>
            <a:ext cx="1158193" cy="1560690"/>
          </a:xfrm>
          <a:custGeom>
            <a:avLst/>
            <a:gdLst>
              <a:gd name="connsiteX0" fmla="*/ 163027 w 1158193"/>
              <a:gd name="connsiteY0" fmla="*/ 1222987 h 1560690"/>
              <a:gd name="connsiteX1" fmla="*/ 129257 w 1158193"/>
              <a:gd name="connsiteY1" fmla="*/ 1256757 h 1560690"/>
              <a:gd name="connsiteX2" fmla="*/ 129257 w 1158193"/>
              <a:gd name="connsiteY2" fmla="*/ 1391830 h 1560690"/>
              <a:gd name="connsiteX3" fmla="*/ 163027 w 1158193"/>
              <a:gd name="connsiteY3" fmla="*/ 1425600 h 1560690"/>
              <a:gd name="connsiteX4" fmla="*/ 307522 w 1158193"/>
              <a:gd name="connsiteY4" fmla="*/ 1425600 h 1560690"/>
              <a:gd name="connsiteX5" fmla="*/ 341292 w 1158193"/>
              <a:gd name="connsiteY5" fmla="*/ 1391830 h 1560690"/>
              <a:gd name="connsiteX6" fmla="*/ 341292 w 1158193"/>
              <a:gd name="connsiteY6" fmla="*/ 1256757 h 1560690"/>
              <a:gd name="connsiteX7" fmla="*/ 307522 w 1158193"/>
              <a:gd name="connsiteY7" fmla="*/ 1222987 h 1560690"/>
              <a:gd name="connsiteX8" fmla="*/ 516102 w 1158193"/>
              <a:gd name="connsiteY8" fmla="*/ 1222986 h 1560690"/>
              <a:gd name="connsiteX9" fmla="*/ 482332 w 1158193"/>
              <a:gd name="connsiteY9" fmla="*/ 1256756 h 1560690"/>
              <a:gd name="connsiteX10" fmla="*/ 482332 w 1158193"/>
              <a:gd name="connsiteY10" fmla="*/ 1391829 h 1560690"/>
              <a:gd name="connsiteX11" fmla="*/ 516102 w 1158193"/>
              <a:gd name="connsiteY11" fmla="*/ 1425599 h 1560690"/>
              <a:gd name="connsiteX12" fmla="*/ 660597 w 1158193"/>
              <a:gd name="connsiteY12" fmla="*/ 1425599 h 1560690"/>
              <a:gd name="connsiteX13" fmla="*/ 694367 w 1158193"/>
              <a:gd name="connsiteY13" fmla="*/ 1391829 h 1560690"/>
              <a:gd name="connsiteX14" fmla="*/ 694367 w 1158193"/>
              <a:gd name="connsiteY14" fmla="*/ 1256756 h 1560690"/>
              <a:gd name="connsiteX15" fmla="*/ 660597 w 1158193"/>
              <a:gd name="connsiteY15" fmla="*/ 1222986 h 1560690"/>
              <a:gd name="connsiteX16" fmla="*/ 860887 w 1158193"/>
              <a:gd name="connsiteY16" fmla="*/ 897145 h 1560690"/>
              <a:gd name="connsiteX17" fmla="*/ 825547 w 1158193"/>
              <a:gd name="connsiteY17" fmla="*/ 932485 h 1560690"/>
              <a:gd name="connsiteX18" fmla="*/ 825547 w 1158193"/>
              <a:gd name="connsiteY18" fmla="*/ 1390259 h 1560690"/>
              <a:gd name="connsiteX19" fmla="*/ 860887 w 1158193"/>
              <a:gd name="connsiteY19" fmla="*/ 1425599 h 1560690"/>
              <a:gd name="connsiteX20" fmla="*/ 1002242 w 1158193"/>
              <a:gd name="connsiteY20" fmla="*/ 1425599 h 1560690"/>
              <a:gd name="connsiteX21" fmla="*/ 1037582 w 1158193"/>
              <a:gd name="connsiteY21" fmla="*/ 1390259 h 1560690"/>
              <a:gd name="connsiteX22" fmla="*/ 1037582 w 1158193"/>
              <a:gd name="connsiteY22" fmla="*/ 932485 h 1560690"/>
              <a:gd name="connsiteX23" fmla="*/ 1002242 w 1158193"/>
              <a:gd name="connsiteY23" fmla="*/ 897145 h 1560690"/>
              <a:gd name="connsiteX24" fmla="*/ 163028 w 1158193"/>
              <a:gd name="connsiteY24" fmla="*/ 895472 h 1560690"/>
              <a:gd name="connsiteX25" fmla="*/ 129258 w 1158193"/>
              <a:gd name="connsiteY25" fmla="*/ 929242 h 1560690"/>
              <a:gd name="connsiteX26" fmla="*/ 129258 w 1158193"/>
              <a:gd name="connsiteY26" fmla="*/ 1064315 h 1560690"/>
              <a:gd name="connsiteX27" fmla="*/ 163028 w 1158193"/>
              <a:gd name="connsiteY27" fmla="*/ 1098085 h 1560690"/>
              <a:gd name="connsiteX28" fmla="*/ 307523 w 1158193"/>
              <a:gd name="connsiteY28" fmla="*/ 1098085 h 1560690"/>
              <a:gd name="connsiteX29" fmla="*/ 341293 w 1158193"/>
              <a:gd name="connsiteY29" fmla="*/ 1064315 h 1560690"/>
              <a:gd name="connsiteX30" fmla="*/ 341293 w 1158193"/>
              <a:gd name="connsiteY30" fmla="*/ 929242 h 1560690"/>
              <a:gd name="connsiteX31" fmla="*/ 307523 w 1158193"/>
              <a:gd name="connsiteY31" fmla="*/ 895472 h 1560690"/>
              <a:gd name="connsiteX32" fmla="*/ 506545 w 1158193"/>
              <a:gd name="connsiteY32" fmla="*/ 895471 h 1560690"/>
              <a:gd name="connsiteX33" fmla="*/ 472775 w 1158193"/>
              <a:gd name="connsiteY33" fmla="*/ 929241 h 1560690"/>
              <a:gd name="connsiteX34" fmla="*/ 472775 w 1158193"/>
              <a:gd name="connsiteY34" fmla="*/ 1064314 h 1560690"/>
              <a:gd name="connsiteX35" fmla="*/ 506545 w 1158193"/>
              <a:gd name="connsiteY35" fmla="*/ 1098084 h 1560690"/>
              <a:gd name="connsiteX36" fmla="*/ 651040 w 1158193"/>
              <a:gd name="connsiteY36" fmla="*/ 1098084 h 1560690"/>
              <a:gd name="connsiteX37" fmla="*/ 684810 w 1158193"/>
              <a:gd name="connsiteY37" fmla="*/ 1064314 h 1560690"/>
              <a:gd name="connsiteX38" fmla="*/ 684810 w 1158193"/>
              <a:gd name="connsiteY38" fmla="*/ 929241 h 1560690"/>
              <a:gd name="connsiteX39" fmla="*/ 651040 w 1158193"/>
              <a:gd name="connsiteY39" fmla="*/ 895471 h 1560690"/>
              <a:gd name="connsiteX40" fmla="*/ 163028 w 1158193"/>
              <a:gd name="connsiteY40" fmla="*/ 566012 h 1560690"/>
              <a:gd name="connsiteX41" fmla="*/ 129258 w 1158193"/>
              <a:gd name="connsiteY41" fmla="*/ 599782 h 1560690"/>
              <a:gd name="connsiteX42" fmla="*/ 129258 w 1158193"/>
              <a:gd name="connsiteY42" fmla="*/ 734855 h 1560690"/>
              <a:gd name="connsiteX43" fmla="*/ 163028 w 1158193"/>
              <a:gd name="connsiteY43" fmla="*/ 768625 h 1560690"/>
              <a:gd name="connsiteX44" fmla="*/ 307523 w 1158193"/>
              <a:gd name="connsiteY44" fmla="*/ 768625 h 1560690"/>
              <a:gd name="connsiteX45" fmla="*/ 341293 w 1158193"/>
              <a:gd name="connsiteY45" fmla="*/ 734855 h 1560690"/>
              <a:gd name="connsiteX46" fmla="*/ 341293 w 1158193"/>
              <a:gd name="connsiteY46" fmla="*/ 599782 h 1560690"/>
              <a:gd name="connsiteX47" fmla="*/ 307523 w 1158193"/>
              <a:gd name="connsiteY47" fmla="*/ 566012 h 1560690"/>
              <a:gd name="connsiteX48" fmla="*/ 859317 w 1158193"/>
              <a:gd name="connsiteY48" fmla="*/ 566011 h 1560690"/>
              <a:gd name="connsiteX49" fmla="*/ 825547 w 1158193"/>
              <a:gd name="connsiteY49" fmla="*/ 599781 h 1560690"/>
              <a:gd name="connsiteX50" fmla="*/ 825547 w 1158193"/>
              <a:gd name="connsiteY50" fmla="*/ 734854 h 1560690"/>
              <a:gd name="connsiteX51" fmla="*/ 859317 w 1158193"/>
              <a:gd name="connsiteY51" fmla="*/ 768624 h 1560690"/>
              <a:gd name="connsiteX52" fmla="*/ 1003812 w 1158193"/>
              <a:gd name="connsiteY52" fmla="*/ 768624 h 1560690"/>
              <a:gd name="connsiteX53" fmla="*/ 1037582 w 1158193"/>
              <a:gd name="connsiteY53" fmla="*/ 734854 h 1560690"/>
              <a:gd name="connsiteX54" fmla="*/ 1037582 w 1158193"/>
              <a:gd name="connsiteY54" fmla="*/ 599781 h 1560690"/>
              <a:gd name="connsiteX55" fmla="*/ 1003812 w 1158193"/>
              <a:gd name="connsiteY55" fmla="*/ 566011 h 1560690"/>
              <a:gd name="connsiteX56" fmla="*/ 507584 w 1158193"/>
              <a:gd name="connsiteY56" fmla="*/ 566011 h 1560690"/>
              <a:gd name="connsiteX57" fmla="*/ 473814 w 1158193"/>
              <a:gd name="connsiteY57" fmla="*/ 599781 h 1560690"/>
              <a:gd name="connsiteX58" fmla="*/ 473814 w 1158193"/>
              <a:gd name="connsiteY58" fmla="*/ 734854 h 1560690"/>
              <a:gd name="connsiteX59" fmla="*/ 507584 w 1158193"/>
              <a:gd name="connsiteY59" fmla="*/ 768624 h 1560690"/>
              <a:gd name="connsiteX60" fmla="*/ 652079 w 1158193"/>
              <a:gd name="connsiteY60" fmla="*/ 768624 h 1560690"/>
              <a:gd name="connsiteX61" fmla="*/ 685849 w 1158193"/>
              <a:gd name="connsiteY61" fmla="*/ 734854 h 1560690"/>
              <a:gd name="connsiteX62" fmla="*/ 685849 w 1158193"/>
              <a:gd name="connsiteY62" fmla="*/ 599781 h 1560690"/>
              <a:gd name="connsiteX63" fmla="*/ 652079 w 1158193"/>
              <a:gd name="connsiteY63" fmla="*/ 566011 h 1560690"/>
              <a:gd name="connsiteX64" fmla="*/ 178461 w 1158193"/>
              <a:gd name="connsiteY64" fmla="*/ 142275 h 1560690"/>
              <a:gd name="connsiteX65" fmla="*/ 129258 w 1158193"/>
              <a:gd name="connsiteY65" fmla="*/ 191478 h 1560690"/>
              <a:gd name="connsiteX66" fmla="*/ 129258 w 1158193"/>
              <a:gd name="connsiteY66" fmla="*/ 388287 h 1560690"/>
              <a:gd name="connsiteX67" fmla="*/ 178461 w 1158193"/>
              <a:gd name="connsiteY67" fmla="*/ 437490 h 1560690"/>
              <a:gd name="connsiteX68" fmla="*/ 988379 w 1158193"/>
              <a:gd name="connsiteY68" fmla="*/ 437490 h 1560690"/>
              <a:gd name="connsiteX69" fmla="*/ 1037582 w 1158193"/>
              <a:gd name="connsiteY69" fmla="*/ 388287 h 1560690"/>
              <a:gd name="connsiteX70" fmla="*/ 1037582 w 1158193"/>
              <a:gd name="connsiteY70" fmla="*/ 191478 h 1560690"/>
              <a:gd name="connsiteX71" fmla="*/ 988379 w 1158193"/>
              <a:gd name="connsiteY71" fmla="*/ 142275 h 1560690"/>
              <a:gd name="connsiteX72" fmla="*/ 92945 w 1158193"/>
              <a:gd name="connsiteY72" fmla="*/ 0 h 1560690"/>
              <a:gd name="connsiteX73" fmla="*/ 1065248 w 1158193"/>
              <a:gd name="connsiteY73" fmla="*/ 0 h 1560690"/>
              <a:gd name="connsiteX74" fmla="*/ 1158193 w 1158193"/>
              <a:gd name="connsiteY74" fmla="*/ 92945 h 1560690"/>
              <a:gd name="connsiteX75" fmla="*/ 1158193 w 1158193"/>
              <a:gd name="connsiteY75" fmla="*/ 1467745 h 1560690"/>
              <a:gd name="connsiteX76" fmla="*/ 1065248 w 1158193"/>
              <a:gd name="connsiteY76" fmla="*/ 1560690 h 1560690"/>
              <a:gd name="connsiteX77" fmla="*/ 92945 w 1158193"/>
              <a:gd name="connsiteY77" fmla="*/ 1560690 h 1560690"/>
              <a:gd name="connsiteX78" fmla="*/ 0 w 1158193"/>
              <a:gd name="connsiteY78" fmla="*/ 1467745 h 1560690"/>
              <a:gd name="connsiteX79" fmla="*/ 0 w 1158193"/>
              <a:gd name="connsiteY79" fmla="*/ 92945 h 1560690"/>
              <a:gd name="connsiteX80" fmla="*/ 92945 w 1158193"/>
              <a:gd name="connsiteY80" fmla="*/ 0 h 156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1158193" h="1560690">
                <a:moveTo>
                  <a:pt x="163027" y="1222987"/>
                </a:moveTo>
                <a:cubicBezTo>
                  <a:pt x="144376" y="1222987"/>
                  <a:pt x="129257" y="1238106"/>
                  <a:pt x="129257" y="1256757"/>
                </a:cubicBezTo>
                <a:lnTo>
                  <a:pt x="129257" y="1391830"/>
                </a:lnTo>
                <a:cubicBezTo>
                  <a:pt x="129257" y="1410481"/>
                  <a:pt x="144376" y="1425600"/>
                  <a:pt x="163027" y="1425600"/>
                </a:cubicBezTo>
                <a:lnTo>
                  <a:pt x="307522" y="1425600"/>
                </a:lnTo>
                <a:cubicBezTo>
                  <a:pt x="326173" y="1425600"/>
                  <a:pt x="341292" y="1410481"/>
                  <a:pt x="341292" y="1391830"/>
                </a:cubicBezTo>
                <a:lnTo>
                  <a:pt x="341292" y="1256757"/>
                </a:lnTo>
                <a:cubicBezTo>
                  <a:pt x="341292" y="1238106"/>
                  <a:pt x="326173" y="1222987"/>
                  <a:pt x="307522" y="1222987"/>
                </a:cubicBezTo>
                <a:close/>
                <a:moveTo>
                  <a:pt x="516102" y="1222986"/>
                </a:moveTo>
                <a:cubicBezTo>
                  <a:pt x="497451" y="1222986"/>
                  <a:pt x="482332" y="1238105"/>
                  <a:pt x="482332" y="1256756"/>
                </a:cubicBezTo>
                <a:lnTo>
                  <a:pt x="482332" y="1391829"/>
                </a:lnTo>
                <a:cubicBezTo>
                  <a:pt x="482332" y="1410480"/>
                  <a:pt x="497451" y="1425599"/>
                  <a:pt x="516102" y="1425599"/>
                </a:cubicBezTo>
                <a:lnTo>
                  <a:pt x="660597" y="1425599"/>
                </a:lnTo>
                <a:cubicBezTo>
                  <a:pt x="679248" y="1425599"/>
                  <a:pt x="694367" y="1410480"/>
                  <a:pt x="694367" y="1391829"/>
                </a:cubicBezTo>
                <a:lnTo>
                  <a:pt x="694367" y="1256756"/>
                </a:lnTo>
                <a:cubicBezTo>
                  <a:pt x="694367" y="1238105"/>
                  <a:pt x="679248" y="1222986"/>
                  <a:pt x="660597" y="1222986"/>
                </a:cubicBezTo>
                <a:close/>
                <a:moveTo>
                  <a:pt x="860887" y="897145"/>
                </a:moveTo>
                <a:cubicBezTo>
                  <a:pt x="841369" y="897145"/>
                  <a:pt x="825547" y="912967"/>
                  <a:pt x="825547" y="932485"/>
                </a:cubicBezTo>
                <a:lnTo>
                  <a:pt x="825547" y="1390259"/>
                </a:lnTo>
                <a:cubicBezTo>
                  <a:pt x="825547" y="1409777"/>
                  <a:pt x="841369" y="1425599"/>
                  <a:pt x="860887" y="1425599"/>
                </a:cubicBezTo>
                <a:lnTo>
                  <a:pt x="1002242" y="1425599"/>
                </a:lnTo>
                <a:cubicBezTo>
                  <a:pt x="1021760" y="1425599"/>
                  <a:pt x="1037582" y="1409777"/>
                  <a:pt x="1037582" y="1390259"/>
                </a:cubicBezTo>
                <a:lnTo>
                  <a:pt x="1037582" y="932485"/>
                </a:lnTo>
                <a:cubicBezTo>
                  <a:pt x="1037582" y="912967"/>
                  <a:pt x="1021760" y="897145"/>
                  <a:pt x="1002242" y="897145"/>
                </a:cubicBezTo>
                <a:close/>
                <a:moveTo>
                  <a:pt x="163028" y="895472"/>
                </a:moveTo>
                <a:cubicBezTo>
                  <a:pt x="144377" y="895472"/>
                  <a:pt x="129258" y="910591"/>
                  <a:pt x="129258" y="929242"/>
                </a:cubicBezTo>
                <a:lnTo>
                  <a:pt x="129258" y="1064315"/>
                </a:lnTo>
                <a:cubicBezTo>
                  <a:pt x="129258" y="1082966"/>
                  <a:pt x="144377" y="1098085"/>
                  <a:pt x="163028" y="1098085"/>
                </a:cubicBezTo>
                <a:lnTo>
                  <a:pt x="307523" y="1098085"/>
                </a:lnTo>
                <a:cubicBezTo>
                  <a:pt x="326174" y="1098085"/>
                  <a:pt x="341293" y="1082966"/>
                  <a:pt x="341293" y="1064315"/>
                </a:cubicBezTo>
                <a:lnTo>
                  <a:pt x="341293" y="929242"/>
                </a:lnTo>
                <a:cubicBezTo>
                  <a:pt x="341293" y="910591"/>
                  <a:pt x="326174" y="895472"/>
                  <a:pt x="307523" y="895472"/>
                </a:cubicBezTo>
                <a:close/>
                <a:moveTo>
                  <a:pt x="506545" y="895471"/>
                </a:moveTo>
                <a:cubicBezTo>
                  <a:pt x="487894" y="895471"/>
                  <a:pt x="472775" y="910590"/>
                  <a:pt x="472775" y="929241"/>
                </a:cubicBezTo>
                <a:lnTo>
                  <a:pt x="472775" y="1064314"/>
                </a:lnTo>
                <a:cubicBezTo>
                  <a:pt x="472775" y="1082965"/>
                  <a:pt x="487894" y="1098084"/>
                  <a:pt x="506545" y="1098084"/>
                </a:cubicBezTo>
                <a:lnTo>
                  <a:pt x="651040" y="1098084"/>
                </a:lnTo>
                <a:cubicBezTo>
                  <a:pt x="669691" y="1098084"/>
                  <a:pt x="684810" y="1082965"/>
                  <a:pt x="684810" y="1064314"/>
                </a:cubicBezTo>
                <a:lnTo>
                  <a:pt x="684810" y="929241"/>
                </a:lnTo>
                <a:cubicBezTo>
                  <a:pt x="684810" y="910590"/>
                  <a:pt x="669691" y="895471"/>
                  <a:pt x="651040" y="895471"/>
                </a:cubicBezTo>
                <a:close/>
                <a:moveTo>
                  <a:pt x="163028" y="566012"/>
                </a:moveTo>
                <a:cubicBezTo>
                  <a:pt x="144377" y="566012"/>
                  <a:pt x="129258" y="581131"/>
                  <a:pt x="129258" y="599782"/>
                </a:cubicBezTo>
                <a:lnTo>
                  <a:pt x="129258" y="734855"/>
                </a:lnTo>
                <a:cubicBezTo>
                  <a:pt x="129258" y="753506"/>
                  <a:pt x="144377" y="768625"/>
                  <a:pt x="163028" y="768625"/>
                </a:cubicBezTo>
                <a:lnTo>
                  <a:pt x="307523" y="768625"/>
                </a:lnTo>
                <a:cubicBezTo>
                  <a:pt x="326174" y="768625"/>
                  <a:pt x="341293" y="753506"/>
                  <a:pt x="341293" y="734855"/>
                </a:cubicBezTo>
                <a:lnTo>
                  <a:pt x="341293" y="599782"/>
                </a:lnTo>
                <a:cubicBezTo>
                  <a:pt x="341293" y="581131"/>
                  <a:pt x="326174" y="566012"/>
                  <a:pt x="307523" y="566012"/>
                </a:cubicBezTo>
                <a:close/>
                <a:moveTo>
                  <a:pt x="859317" y="566011"/>
                </a:moveTo>
                <a:cubicBezTo>
                  <a:pt x="840666" y="566011"/>
                  <a:pt x="825547" y="581130"/>
                  <a:pt x="825547" y="599781"/>
                </a:cubicBezTo>
                <a:lnTo>
                  <a:pt x="825547" y="734854"/>
                </a:lnTo>
                <a:cubicBezTo>
                  <a:pt x="825547" y="753505"/>
                  <a:pt x="840666" y="768624"/>
                  <a:pt x="859317" y="768624"/>
                </a:cubicBezTo>
                <a:lnTo>
                  <a:pt x="1003812" y="768624"/>
                </a:lnTo>
                <a:cubicBezTo>
                  <a:pt x="1022463" y="768624"/>
                  <a:pt x="1037582" y="753505"/>
                  <a:pt x="1037582" y="734854"/>
                </a:cubicBezTo>
                <a:lnTo>
                  <a:pt x="1037582" y="599781"/>
                </a:lnTo>
                <a:cubicBezTo>
                  <a:pt x="1037582" y="581130"/>
                  <a:pt x="1022463" y="566011"/>
                  <a:pt x="1003812" y="566011"/>
                </a:cubicBezTo>
                <a:close/>
                <a:moveTo>
                  <a:pt x="507584" y="566011"/>
                </a:moveTo>
                <a:cubicBezTo>
                  <a:pt x="488933" y="566011"/>
                  <a:pt x="473814" y="581130"/>
                  <a:pt x="473814" y="599781"/>
                </a:cubicBezTo>
                <a:lnTo>
                  <a:pt x="473814" y="734854"/>
                </a:lnTo>
                <a:cubicBezTo>
                  <a:pt x="473814" y="753505"/>
                  <a:pt x="488933" y="768624"/>
                  <a:pt x="507584" y="768624"/>
                </a:cubicBezTo>
                <a:lnTo>
                  <a:pt x="652079" y="768624"/>
                </a:lnTo>
                <a:cubicBezTo>
                  <a:pt x="670730" y="768624"/>
                  <a:pt x="685849" y="753505"/>
                  <a:pt x="685849" y="734854"/>
                </a:cubicBezTo>
                <a:lnTo>
                  <a:pt x="685849" y="599781"/>
                </a:lnTo>
                <a:cubicBezTo>
                  <a:pt x="685849" y="581130"/>
                  <a:pt x="670730" y="566011"/>
                  <a:pt x="652079" y="566011"/>
                </a:cubicBezTo>
                <a:close/>
                <a:moveTo>
                  <a:pt x="178461" y="142275"/>
                </a:moveTo>
                <a:cubicBezTo>
                  <a:pt x="151287" y="142275"/>
                  <a:pt x="129258" y="164304"/>
                  <a:pt x="129258" y="191478"/>
                </a:cubicBezTo>
                <a:lnTo>
                  <a:pt x="129258" y="388287"/>
                </a:lnTo>
                <a:cubicBezTo>
                  <a:pt x="129258" y="415461"/>
                  <a:pt x="151287" y="437490"/>
                  <a:pt x="178461" y="437490"/>
                </a:cubicBezTo>
                <a:lnTo>
                  <a:pt x="988379" y="437490"/>
                </a:lnTo>
                <a:cubicBezTo>
                  <a:pt x="1015553" y="437490"/>
                  <a:pt x="1037582" y="415461"/>
                  <a:pt x="1037582" y="388287"/>
                </a:cubicBezTo>
                <a:lnTo>
                  <a:pt x="1037582" y="191478"/>
                </a:lnTo>
                <a:cubicBezTo>
                  <a:pt x="1037582" y="164304"/>
                  <a:pt x="1015553" y="142275"/>
                  <a:pt x="988379" y="142275"/>
                </a:cubicBezTo>
                <a:close/>
                <a:moveTo>
                  <a:pt x="92945" y="0"/>
                </a:moveTo>
                <a:lnTo>
                  <a:pt x="1065248" y="0"/>
                </a:lnTo>
                <a:cubicBezTo>
                  <a:pt x="1116580" y="0"/>
                  <a:pt x="1158193" y="41613"/>
                  <a:pt x="1158193" y="92945"/>
                </a:cubicBezTo>
                <a:lnTo>
                  <a:pt x="1158193" y="1467745"/>
                </a:lnTo>
                <a:cubicBezTo>
                  <a:pt x="1158193" y="1519077"/>
                  <a:pt x="1116580" y="1560690"/>
                  <a:pt x="1065248" y="1560690"/>
                </a:cubicBezTo>
                <a:lnTo>
                  <a:pt x="92945" y="1560690"/>
                </a:lnTo>
                <a:cubicBezTo>
                  <a:pt x="41613" y="1560690"/>
                  <a:pt x="0" y="1519077"/>
                  <a:pt x="0" y="1467745"/>
                </a:cubicBezTo>
                <a:lnTo>
                  <a:pt x="0" y="92945"/>
                </a:lnTo>
                <a:cubicBezTo>
                  <a:pt x="0" y="41613"/>
                  <a:pt x="41613" y="0"/>
                  <a:pt x="92945" y="0"/>
                </a:cubicBezTo>
                <a:close/>
              </a:path>
            </a:pathLst>
          </a:custGeom>
          <a:solidFill>
            <a:srgbClr val="0047AB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/>
          </a:p>
        </p:txBody>
      </p:sp>
      <p:sp>
        <p:nvSpPr>
          <p:cNvPr id="7" name="Rektangel 44">
            <a:extLst>
              <a:ext uri="{FF2B5EF4-FFF2-40B4-BE49-F238E27FC236}">
                <a16:creationId xmlns:a16="http://schemas.microsoft.com/office/drawing/2014/main" id="{25037A2C-815F-DFA9-2681-D2560214C490}"/>
              </a:ext>
            </a:extLst>
          </p:cNvPr>
          <p:cNvSpPr/>
          <p:nvPr/>
        </p:nvSpPr>
        <p:spPr>
          <a:xfrm>
            <a:off x="6232042" y="2016803"/>
            <a:ext cx="1033670" cy="1104728"/>
          </a:xfrm>
          <a:custGeom>
            <a:avLst/>
            <a:gdLst>
              <a:gd name="connsiteX0" fmla="*/ 0 w 1027043"/>
              <a:gd name="connsiteY0" fmla="*/ 0 h 1132025"/>
              <a:gd name="connsiteX1" fmla="*/ 1027043 w 1027043"/>
              <a:gd name="connsiteY1" fmla="*/ 0 h 1132025"/>
              <a:gd name="connsiteX2" fmla="*/ 1027043 w 1027043"/>
              <a:gd name="connsiteY2" fmla="*/ 1132025 h 1132025"/>
              <a:gd name="connsiteX3" fmla="*/ 0 w 1027043"/>
              <a:gd name="connsiteY3" fmla="*/ 1132025 h 1132025"/>
              <a:gd name="connsiteX4" fmla="*/ 0 w 1027043"/>
              <a:gd name="connsiteY4" fmla="*/ 0 h 1132025"/>
              <a:gd name="connsiteX0" fmla="*/ 0 w 1027043"/>
              <a:gd name="connsiteY0" fmla="*/ 0 h 1132025"/>
              <a:gd name="connsiteX1" fmla="*/ 788504 w 1027043"/>
              <a:gd name="connsiteY1" fmla="*/ 0 h 1132025"/>
              <a:gd name="connsiteX2" fmla="*/ 1027043 w 1027043"/>
              <a:gd name="connsiteY2" fmla="*/ 1132025 h 1132025"/>
              <a:gd name="connsiteX3" fmla="*/ 0 w 1027043"/>
              <a:gd name="connsiteY3" fmla="*/ 1132025 h 1132025"/>
              <a:gd name="connsiteX4" fmla="*/ 0 w 1027043"/>
              <a:gd name="connsiteY4" fmla="*/ 0 h 1132025"/>
              <a:gd name="connsiteX0" fmla="*/ 0 w 1027043"/>
              <a:gd name="connsiteY0" fmla="*/ 0 h 1132025"/>
              <a:gd name="connsiteX1" fmla="*/ 788504 w 1027043"/>
              <a:gd name="connsiteY1" fmla="*/ 0 h 1132025"/>
              <a:gd name="connsiteX2" fmla="*/ 1027043 w 1027043"/>
              <a:gd name="connsiteY2" fmla="*/ 1132025 h 1132025"/>
              <a:gd name="connsiteX3" fmla="*/ 0 w 1027043"/>
              <a:gd name="connsiteY3" fmla="*/ 1132025 h 1132025"/>
              <a:gd name="connsiteX4" fmla="*/ 0 w 1027043"/>
              <a:gd name="connsiteY4" fmla="*/ 0 h 1132025"/>
              <a:gd name="connsiteX0" fmla="*/ 0 w 1115829"/>
              <a:gd name="connsiteY0" fmla="*/ 0 h 1132025"/>
              <a:gd name="connsiteX1" fmla="*/ 788504 w 1115829"/>
              <a:gd name="connsiteY1" fmla="*/ 0 h 1132025"/>
              <a:gd name="connsiteX2" fmla="*/ 1053548 w 1115829"/>
              <a:gd name="connsiteY2" fmla="*/ 271670 h 1132025"/>
              <a:gd name="connsiteX3" fmla="*/ 1027043 w 1115829"/>
              <a:gd name="connsiteY3" fmla="*/ 1132025 h 1132025"/>
              <a:gd name="connsiteX4" fmla="*/ 0 w 1115829"/>
              <a:gd name="connsiteY4" fmla="*/ 1132025 h 1132025"/>
              <a:gd name="connsiteX5" fmla="*/ 0 w 1115829"/>
              <a:gd name="connsiteY5" fmla="*/ 0 h 1132025"/>
              <a:gd name="connsiteX0" fmla="*/ 0 w 1106121"/>
              <a:gd name="connsiteY0" fmla="*/ 0 h 1132025"/>
              <a:gd name="connsiteX1" fmla="*/ 788504 w 1106121"/>
              <a:gd name="connsiteY1" fmla="*/ 0 h 1132025"/>
              <a:gd name="connsiteX2" fmla="*/ 1053548 w 1106121"/>
              <a:gd name="connsiteY2" fmla="*/ 271670 h 1132025"/>
              <a:gd name="connsiteX3" fmla="*/ 1027043 w 1106121"/>
              <a:gd name="connsiteY3" fmla="*/ 1132025 h 1132025"/>
              <a:gd name="connsiteX4" fmla="*/ 0 w 1106121"/>
              <a:gd name="connsiteY4" fmla="*/ 1132025 h 1132025"/>
              <a:gd name="connsiteX5" fmla="*/ 0 w 1106121"/>
              <a:gd name="connsiteY5" fmla="*/ 0 h 1132025"/>
              <a:gd name="connsiteX0" fmla="*/ 0 w 1104917"/>
              <a:gd name="connsiteY0" fmla="*/ 0 h 1132025"/>
              <a:gd name="connsiteX1" fmla="*/ 788504 w 1104917"/>
              <a:gd name="connsiteY1" fmla="*/ 0 h 1132025"/>
              <a:gd name="connsiteX2" fmla="*/ 1053548 w 1104917"/>
              <a:gd name="connsiteY2" fmla="*/ 271670 h 1132025"/>
              <a:gd name="connsiteX3" fmla="*/ 1020417 w 1104917"/>
              <a:gd name="connsiteY3" fmla="*/ 609600 h 1132025"/>
              <a:gd name="connsiteX4" fmla="*/ 1027043 w 1104917"/>
              <a:gd name="connsiteY4" fmla="*/ 1132025 h 1132025"/>
              <a:gd name="connsiteX5" fmla="*/ 0 w 1104917"/>
              <a:gd name="connsiteY5" fmla="*/ 1132025 h 1132025"/>
              <a:gd name="connsiteX6" fmla="*/ 0 w 1104917"/>
              <a:gd name="connsiteY6" fmla="*/ 0 h 1132025"/>
              <a:gd name="connsiteX0" fmla="*/ 0 w 1106582"/>
              <a:gd name="connsiteY0" fmla="*/ 0 h 1132025"/>
              <a:gd name="connsiteX1" fmla="*/ 788504 w 1106582"/>
              <a:gd name="connsiteY1" fmla="*/ 0 h 1132025"/>
              <a:gd name="connsiteX2" fmla="*/ 1053548 w 1106582"/>
              <a:gd name="connsiteY2" fmla="*/ 271670 h 1132025"/>
              <a:gd name="connsiteX3" fmla="*/ 1020417 w 1106582"/>
              <a:gd name="connsiteY3" fmla="*/ 609600 h 1132025"/>
              <a:gd name="connsiteX4" fmla="*/ 1020417 w 1106582"/>
              <a:gd name="connsiteY4" fmla="*/ 974035 h 1132025"/>
              <a:gd name="connsiteX5" fmla="*/ 1027043 w 1106582"/>
              <a:gd name="connsiteY5" fmla="*/ 1132025 h 1132025"/>
              <a:gd name="connsiteX6" fmla="*/ 0 w 1106582"/>
              <a:gd name="connsiteY6" fmla="*/ 1132025 h 1132025"/>
              <a:gd name="connsiteX7" fmla="*/ 0 w 1106582"/>
              <a:gd name="connsiteY7" fmla="*/ 0 h 1132025"/>
              <a:gd name="connsiteX0" fmla="*/ 0 w 1106582"/>
              <a:gd name="connsiteY0" fmla="*/ 0 h 1132025"/>
              <a:gd name="connsiteX1" fmla="*/ 788504 w 1106582"/>
              <a:gd name="connsiteY1" fmla="*/ 0 h 1132025"/>
              <a:gd name="connsiteX2" fmla="*/ 993913 w 1106582"/>
              <a:gd name="connsiteY2" fmla="*/ 271670 h 1132025"/>
              <a:gd name="connsiteX3" fmla="*/ 1020417 w 1106582"/>
              <a:gd name="connsiteY3" fmla="*/ 609600 h 1132025"/>
              <a:gd name="connsiteX4" fmla="*/ 1020417 w 1106582"/>
              <a:gd name="connsiteY4" fmla="*/ 974035 h 1132025"/>
              <a:gd name="connsiteX5" fmla="*/ 1027043 w 1106582"/>
              <a:gd name="connsiteY5" fmla="*/ 1132025 h 1132025"/>
              <a:gd name="connsiteX6" fmla="*/ 0 w 1106582"/>
              <a:gd name="connsiteY6" fmla="*/ 1132025 h 1132025"/>
              <a:gd name="connsiteX7" fmla="*/ 0 w 1106582"/>
              <a:gd name="connsiteY7" fmla="*/ 0 h 1132025"/>
              <a:gd name="connsiteX0" fmla="*/ 0 w 1106582"/>
              <a:gd name="connsiteY0" fmla="*/ 0 h 1132025"/>
              <a:gd name="connsiteX1" fmla="*/ 788504 w 1106582"/>
              <a:gd name="connsiteY1" fmla="*/ 0 h 1132025"/>
              <a:gd name="connsiteX2" fmla="*/ 993913 w 1106582"/>
              <a:gd name="connsiteY2" fmla="*/ 271670 h 1132025"/>
              <a:gd name="connsiteX3" fmla="*/ 1020417 w 1106582"/>
              <a:gd name="connsiteY3" fmla="*/ 609600 h 1132025"/>
              <a:gd name="connsiteX4" fmla="*/ 1020417 w 1106582"/>
              <a:gd name="connsiteY4" fmla="*/ 974035 h 1132025"/>
              <a:gd name="connsiteX5" fmla="*/ 1027043 w 1106582"/>
              <a:gd name="connsiteY5" fmla="*/ 1132025 h 1132025"/>
              <a:gd name="connsiteX6" fmla="*/ 0 w 1106582"/>
              <a:gd name="connsiteY6" fmla="*/ 1132025 h 1132025"/>
              <a:gd name="connsiteX7" fmla="*/ 0 w 1106582"/>
              <a:gd name="connsiteY7" fmla="*/ 0 h 1132025"/>
              <a:gd name="connsiteX0" fmla="*/ 0 w 1106582"/>
              <a:gd name="connsiteY0" fmla="*/ 0 h 1132025"/>
              <a:gd name="connsiteX1" fmla="*/ 735495 w 1106582"/>
              <a:gd name="connsiteY1" fmla="*/ 33131 h 1132025"/>
              <a:gd name="connsiteX2" fmla="*/ 993913 w 1106582"/>
              <a:gd name="connsiteY2" fmla="*/ 271670 h 1132025"/>
              <a:gd name="connsiteX3" fmla="*/ 1020417 w 1106582"/>
              <a:gd name="connsiteY3" fmla="*/ 609600 h 1132025"/>
              <a:gd name="connsiteX4" fmla="*/ 1020417 w 1106582"/>
              <a:gd name="connsiteY4" fmla="*/ 974035 h 1132025"/>
              <a:gd name="connsiteX5" fmla="*/ 1027043 w 1106582"/>
              <a:gd name="connsiteY5" fmla="*/ 1132025 h 1132025"/>
              <a:gd name="connsiteX6" fmla="*/ 0 w 1106582"/>
              <a:gd name="connsiteY6" fmla="*/ 1132025 h 1132025"/>
              <a:gd name="connsiteX7" fmla="*/ 0 w 1106582"/>
              <a:gd name="connsiteY7" fmla="*/ 0 h 1132025"/>
              <a:gd name="connsiteX0" fmla="*/ 0 w 1106582"/>
              <a:gd name="connsiteY0" fmla="*/ 0 h 1132025"/>
              <a:gd name="connsiteX1" fmla="*/ 735495 w 1106582"/>
              <a:gd name="connsiteY1" fmla="*/ 33131 h 1132025"/>
              <a:gd name="connsiteX2" fmla="*/ 993913 w 1106582"/>
              <a:gd name="connsiteY2" fmla="*/ 271670 h 1132025"/>
              <a:gd name="connsiteX3" fmla="*/ 1020417 w 1106582"/>
              <a:gd name="connsiteY3" fmla="*/ 609600 h 1132025"/>
              <a:gd name="connsiteX4" fmla="*/ 1020417 w 1106582"/>
              <a:gd name="connsiteY4" fmla="*/ 974035 h 1132025"/>
              <a:gd name="connsiteX5" fmla="*/ 1027043 w 1106582"/>
              <a:gd name="connsiteY5" fmla="*/ 1132025 h 1132025"/>
              <a:gd name="connsiteX6" fmla="*/ 0 w 1106582"/>
              <a:gd name="connsiteY6" fmla="*/ 1132025 h 1132025"/>
              <a:gd name="connsiteX7" fmla="*/ 0 w 1106582"/>
              <a:gd name="connsiteY7" fmla="*/ 0 h 1132025"/>
              <a:gd name="connsiteX0" fmla="*/ 0 w 1106582"/>
              <a:gd name="connsiteY0" fmla="*/ 82872 h 1214897"/>
              <a:gd name="connsiteX1" fmla="*/ 735495 w 1106582"/>
              <a:gd name="connsiteY1" fmla="*/ 116003 h 1214897"/>
              <a:gd name="connsiteX2" fmla="*/ 993913 w 1106582"/>
              <a:gd name="connsiteY2" fmla="*/ 354542 h 1214897"/>
              <a:gd name="connsiteX3" fmla="*/ 1020417 w 1106582"/>
              <a:gd name="connsiteY3" fmla="*/ 692472 h 1214897"/>
              <a:gd name="connsiteX4" fmla="*/ 1020417 w 1106582"/>
              <a:gd name="connsiteY4" fmla="*/ 1056907 h 1214897"/>
              <a:gd name="connsiteX5" fmla="*/ 1027043 w 1106582"/>
              <a:gd name="connsiteY5" fmla="*/ 1214897 h 1214897"/>
              <a:gd name="connsiteX6" fmla="*/ 0 w 1106582"/>
              <a:gd name="connsiteY6" fmla="*/ 1214897 h 1214897"/>
              <a:gd name="connsiteX7" fmla="*/ 0 w 1106582"/>
              <a:gd name="connsiteY7" fmla="*/ 82872 h 1214897"/>
              <a:gd name="connsiteX0" fmla="*/ 0 w 1106582"/>
              <a:gd name="connsiteY0" fmla="*/ 82872 h 1214897"/>
              <a:gd name="connsiteX1" fmla="*/ 735495 w 1106582"/>
              <a:gd name="connsiteY1" fmla="*/ 116003 h 1214897"/>
              <a:gd name="connsiteX2" fmla="*/ 993913 w 1106582"/>
              <a:gd name="connsiteY2" fmla="*/ 354542 h 1214897"/>
              <a:gd name="connsiteX3" fmla="*/ 1020417 w 1106582"/>
              <a:gd name="connsiteY3" fmla="*/ 692472 h 1214897"/>
              <a:gd name="connsiteX4" fmla="*/ 1020417 w 1106582"/>
              <a:gd name="connsiteY4" fmla="*/ 1056907 h 1214897"/>
              <a:gd name="connsiteX5" fmla="*/ 1027043 w 1106582"/>
              <a:gd name="connsiteY5" fmla="*/ 1214897 h 1214897"/>
              <a:gd name="connsiteX6" fmla="*/ 0 w 1106582"/>
              <a:gd name="connsiteY6" fmla="*/ 1214897 h 1214897"/>
              <a:gd name="connsiteX7" fmla="*/ 0 w 1106582"/>
              <a:gd name="connsiteY7" fmla="*/ 82872 h 1214897"/>
              <a:gd name="connsiteX0" fmla="*/ 0 w 1106582"/>
              <a:gd name="connsiteY0" fmla="*/ 0 h 1132025"/>
              <a:gd name="connsiteX1" fmla="*/ 735495 w 1106582"/>
              <a:gd name="connsiteY1" fmla="*/ 33131 h 1132025"/>
              <a:gd name="connsiteX2" fmla="*/ 993913 w 1106582"/>
              <a:gd name="connsiteY2" fmla="*/ 271670 h 1132025"/>
              <a:gd name="connsiteX3" fmla="*/ 1020417 w 1106582"/>
              <a:gd name="connsiteY3" fmla="*/ 609600 h 1132025"/>
              <a:gd name="connsiteX4" fmla="*/ 1020417 w 1106582"/>
              <a:gd name="connsiteY4" fmla="*/ 974035 h 1132025"/>
              <a:gd name="connsiteX5" fmla="*/ 1027043 w 1106582"/>
              <a:gd name="connsiteY5" fmla="*/ 1132025 h 1132025"/>
              <a:gd name="connsiteX6" fmla="*/ 0 w 1106582"/>
              <a:gd name="connsiteY6" fmla="*/ 1132025 h 1132025"/>
              <a:gd name="connsiteX7" fmla="*/ 0 w 1106582"/>
              <a:gd name="connsiteY7" fmla="*/ 0 h 1132025"/>
              <a:gd name="connsiteX0" fmla="*/ 0 w 1106582"/>
              <a:gd name="connsiteY0" fmla="*/ 6625 h 1138650"/>
              <a:gd name="connsiteX1" fmla="*/ 722243 w 1106582"/>
              <a:gd name="connsiteY1" fmla="*/ 0 h 1138650"/>
              <a:gd name="connsiteX2" fmla="*/ 993913 w 1106582"/>
              <a:gd name="connsiteY2" fmla="*/ 278295 h 1138650"/>
              <a:gd name="connsiteX3" fmla="*/ 1020417 w 1106582"/>
              <a:gd name="connsiteY3" fmla="*/ 616225 h 1138650"/>
              <a:gd name="connsiteX4" fmla="*/ 1020417 w 1106582"/>
              <a:gd name="connsiteY4" fmla="*/ 980660 h 1138650"/>
              <a:gd name="connsiteX5" fmla="*/ 1027043 w 1106582"/>
              <a:gd name="connsiteY5" fmla="*/ 1138650 h 1138650"/>
              <a:gd name="connsiteX6" fmla="*/ 0 w 1106582"/>
              <a:gd name="connsiteY6" fmla="*/ 1138650 h 1138650"/>
              <a:gd name="connsiteX7" fmla="*/ 0 w 1106582"/>
              <a:gd name="connsiteY7" fmla="*/ 6625 h 1138650"/>
              <a:gd name="connsiteX0" fmla="*/ 0 w 1106582"/>
              <a:gd name="connsiteY0" fmla="*/ 6625 h 1138650"/>
              <a:gd name="connsiteX1" fmla="*/ 722243 w 1106582"/>
              <a:gd name="connsiteY1" fmla="*/ 0 h 1138650"/>
              <a:gd name="connsiteX2" fmla="*/ 993913 w 1106582"/>
              <a:gd name="connsiteY2" fmla="*/ 278295 h 1138650"/>
              <a:gd name="connsiteX3" fmla="*/ 1020417 w 1106582"/>
              <a:gd name="connsiteY3" fmla="*/ 616225 h 1138650"/>
              <a:gd name="connsiteX4" fmla="*/ 1020417 w 1106582"/>
              <a:gd name="connsiteY4" fmla="*/ 980660 h 1138650"/>
              <a:gd name="connsiteX5" fmla="*/ 1027043 w 1106582"/>
              <a:gd name="connsiteY5" fmla="*/ 1138650 h 1138650"/>
              <a:gd name="connsiteX6" fmla="*/ 0 w 1106582"/>
              <a:gd name="connsiteY6" fmla="*/ 1138650 h 1138650"/>
              <a:gd name="connsiteX7" fmla="*/ 0 w 1106582"/>
              <a:gd name="connsiteY7" fmla="*/ 6625 h 1138650"/>
              <a:gd name="connsiteX0" fmla="*/ 0 w 1027564"/>
              <a:gd name="connsiteY0" fmla="*/ 6625 h 1138650"/>
              <a:gd name="connsiteX1" fmla="*/ 722243 w 1027564"/>
              <a:gd name="connsiteY1" fmla="*/ 0 h 1138650"/>
              <a:gd name="connsiteX2" fmla="*/ 993913 w 1027564"/>
              <a:gd name="connsiteY2" fmla="*/ 278295 h 1138650"/>
              <a:gd name="connsiteX3" fmla="*/ 1020417 w 1027564"/>
              <a:gd name="connsiteY3" fmla="*/ 616225 h 1138650"/>
              <a:gd name="connsiteX4" fmla="*/ 1020417 w 1027564"/>
              <a:gd name="connsiteY4" fmla="*/ 980660 h 1138650"/>
              <a:gd name="connsiteX5" fmla="*/ 1027043 w 1027564"/>
              <a:gd name="connsiteY5" fmla="*/ 1138650 h 1138650"/>
              <a:gd name="connsiteX6" fmla="*/ 0 w 1027564"/>
              <a:gd name="connsiteY6" fmla="*/ 1138650 h 1138650"/>
              <a:gd name="connsiteX7" fmla="*/ 0 w 1027564"/>
              <a:gd name="connsiteY7" fmla="*/ 6625 h 1138650"/>
              <a:gd name="connsiteX0" fmla="*/ 0 w 1027043"/>
              <a:gd name="connsiteY0" fmla="*/ 6625 h 1138650"/>
              <a:gd name="connsiteX1" fmla="*/ 722243 w 1027043"/>
              <a:gd name="connsiteY1" fmla="*/ 0 h 1138650"/>
              <a:gd name="connsiteX2" fmla="*/ 993913 w 1027043"/>
              <a:gd name="connsiteY2" fmla="*/ 278295 h 1138650"/>
              <a:gd name="connsiteX3" fmla="*/ 1020417 w 1027043"/>
              <a:gd name="connsiteY3" fmla="*/ 616225 h 1138650"/>
              <a:gd name="connsiteX4" fmla="*/ 1020417 w 1027043"/>
              <a:gd name="connsiteY4" fmla="*/ 980660 h 1138650"/>
              <a:gd name="connsiteX5" fmla="*/ 1027043 w 1027043"/>
              <a:gd name="connsiteY5" fmla="*/ 1138650 h 1138650"/>
              <a:gd name="connsiteX6" fmla="*/ 0 w 1027043"/>
              <a:gd name="connsiteY6" fmla="*/ 1138650 h 1138650"/>
              <a:gd name="connsiteX7" fmla="*/ 0 w 1027043"/>
              <a:gd name="connsiteY7" fmla="*/ 6625 h 1138650"/>
              <a:gd name="connsiteX0" fmla="*/ 0 w 1040296"/>
              <a:gd name="connsiteY0" fmla="*/ 28532 h 1160557"/>
              <a:gd name="connsiteX1" fmla="*/ 722243 w 1040296"/>
              <a:gd name="connsiteY1" fmla="*/ 21907 h 1160557"/>
              <a:gd name="connsiteX2" fmla="*/ 1040296 w 1040296"/>
              <a:gd name="connsiteY2" fmla="*/ 339958 h 1160557"/>
              <a:gd name="connsiteX3" fmla="*/ 1020417 w 1040296"/>
              <a:gd name="connsiteY3" fmla="*/ 638132 h 1160557"/>
              <a:gd name="connsiteX4" fmla="*/ 1020417 w 1040296"/>
              <a:gd name="connsiteY4" fmla="*/ 1002567 h 1160557"/>
              <a:gd name="connsiteX5" fmla="*/ 1027043 w 1040296"/>
              <a:gd name="connsiteY5" fmla="*/ 1160557 h 1160557"/>
              <a:gd name="connsiteX6" fmla="*/ 0 w 1040296"/>
              <a:gd name="connsiteY6" fmla="*/ 1160557 h 1160557"/>
              <a:gd name="connsiteX7" fmla="*/ 0 w 1040296"/>
              <a:gd name="connsiteY7" fmla="*/ 28532 h 1160557"/>
              <a:gd name="connsiteX0" fmla="*/ 0 w 1058711"/>
              <a:gd name="connsiteY0" fmla="*/ 28532 h 1160557"/>
              <a:gd name="connsiteX1" fmla="*/ 722243 w 1058711"/>
              <a:gd name="connsiteY1" fmla="*/ 21907 h 1160557"/>
              <a:gd name="connsiteX2" fmla="*/ 1040296 w 1058711"/>
              <a:gd name="connsiteY2" fmla="*/ 339958 h 1160557"/>
              <a:gd name="connsiteX3" fmla="*/ 1020417 w 1058711"/>
              <a:gd name="connsiteY3" fmla="*/ 638132 h 1160557"/>
              <a:gd name="connsiteX4" fmla="*/ 1020417 w 1058711"/>
              <a:gd name="connsiteY4" fmla="*/ 1002567 h 1160557"/>
              <a:gd name="connsiteX5" fmla="*/ 1027043 w 1058711"/>
              <a:gd name="connsiteY5" fmla="*/ 1160557 h 1160557"/>
              <a:gd name="connsiteX6" fmla="*/ 0 w 1058711"/>
              <a:gd name="connsiteY6" fmla="*/ 1160557 h 1160557"/>
              <a:gd name="connsiteX7" fmla="*/ 0 w 1058711"/>
              <a:gd name="connsiteY7" fmla="*/ 28532 h 1160557"/>
              <a:gd name="connsiteX0" fmla="*/ 0 w 1040296"/>
              <a:gd name="connsiteY0" fmla="*/ 28532 h 1160557"/>
              <a:gd name="connsiteX1" fmla="*/ 722243 w 1040296"/>
              <a:gd name="connsiteY1" fmla="*/ 21907 h 1160557"/>
              <a:gd name="connsiteX2" fmla="*/ 1040296 w 1040296"/>
              <a:gd name="connsiteY2" fmla="*/ 339958 h 1160557"/>
              <a:gd name="connsiteX3" fmla="*/ 1020417 w 1040296"/>
              <a:gd name="connsiteY3" fmla="*/ 638132 h 1160557"/>
              <a:gd name="connsiteX4" fmla="*/ 1020417 w 1040296"/>
              <a:gd name="connsiteY4" fmla="*/ 1002567 h 1160557"/>
              <a:gd name="connsiteX5" fmla="*/ 1027043 w 1040296"/>
              <a:gd name="connsiteY5" fmla="*/ 1160557 h 1160557"/>
              <a:gd name="connsiteX6" fmla="*/ 0 w 1040296"/>
              <a:gd name="connsiteY6" fmla="*/ 1160557 h 1160557"/>
              <a:gd name="connsiteX7" fmla="*/ 0 w 1040296"/>
              <a:gd name="connsiteY7" fmla="*/ 28532 h 1160557"/>
              <a:gd name="connsiteX0" fmla="*/ 0 w 1040296"/>
              <a:gd name="connsiteY0" fmla="*/ 28532 h 1160557"/>
              <a:gd name="connsiteX1" fmla="*/ 722243 w 1040296"/>
              <a:gd name="connsiteY1" fmla="*/ 21907 h 1160557"/>
              <a:gd name="connsiteX2" fmla="*/ 1040296 w 1040296"/>
              <a:gd name="connsiteY2" fmla="*/ 339958 h 1160557"/>
              <a:gd name="connsiteX3" fmla="*/ 1020417 w 1040296"/>
              <a:gd name="connsiteY3" fmla="*/ 1002567 h 1160557"/>
              <a:gd name="connsiteX4" fmla="*/ 1027043 w 1040296"/>
              <a:gd name="connsiteY4" fmla="*/ 1160557 h 1160557"/>
              <a:gd name="connsiteX5" fmla="*/ 0 w 1040296"/>
              <a:gd name="connsiteY5" fmla="*/ 1160557 h 1160557"/>
              <a:gd name="connsiteX6" fmla="*/ 0 w 1040296"/>
              <a:gd name="connsiteY6" fmla="*/ 28532 h 1160557"/>
              <a:gd name="connsiteX0" fmla="*/ 0 w 1040296"/>
              <a:gd name="connsiteY0" fmla="*/ 28532 h 1160557"/>
              <a:gd name="connsiteX1" fmla="*/ 722243 w 1040296"/>
              <a:gd name="connsiteY1" fmla="*/ 21907 h 1160557"/>
              <a:gd name="connsiteX2" fmla="*/ 1040296 w 1040296"/>
              <a:gd name="connsiteY2" fmla="*/ 339958 h 1160557"/>
              <a:gd name="connsiteX3" fmla="*/ 1027043 w 1040296"/>
              <a:gd name="connsiteY3" fmla="*/ 1160557 h 1160557"/>
              <a:gd name="connsiteX4" fmla="*/ 0 w 1040296"/>
              <a:gd name="connsiteY4" fmla="*/ 1160557 h 1160557"/>
              <a:gd name="connsiteX5" fmla="*/ 0 w 1040296"/>
              <a:gd name="connsiteY5" fmla="*/ 28532 h 1160557"/>
              <a:gd name="connsiteX0" fmla="*/ 0 w 1033670"/>
              <a:gd name="connsiteY0" fmla="*/ 29512 h 1161537"/>
              <a:gd name="connsiteX1" fmla="*/ 722243 w 1033670"/>
              <a:gd name="connsiteY1" fmla="*/ 22887 h 1161537"/>
              <a:gd name="connsiteX2" fmla="*/ 1033670 w 1033670"/>
              <a:gd name="connsiteY2" fmla="*/ 354190 h 1161537"/>
              <a:gd name="connsiteX3" fmla="*/ 1027043 w 1033670"/>
              <a:gd name="connsiteY3" fmla="*/ 1161537 h 1161537"/>
              <a:gd name="connsiteX4" fmla="*/ 0 w 1033670"/>
              <a:gd name="connsiteY4" fmla="*/ 1161537 h 1161537"/>
              <a:gd name="connsiteX5" fmla="*/ 0 w 1033670"/>
              <a:gd name="connsiteY5" fmla="*/ 29512 h 1161537"/>
              <a:gd name="connsiteX0" fmla="*/ 0 w 1060174"/>
              <a:gd name="connsiteY0" fmla="*/ 29512 h 1161537"/>
              <a:gd name="connsiteX1" fmla="*/ 722243 w 1060174"/>
              <a:gd name="connsiteY1" fmla="*/ 22887 h 1161537"/>
              <a:gd name="connsiteX2" fmla="*/ 1033670 w 1060174"/>
              <a:gd name="connsiteY2" fmla="*/ 354190 h 1161537"/>
              <a:gd name="connsiteX3" fmla="*/ 1060174 w 1060174"/>
              <a:gd name="connsiteY3" fmla="*/ 1161537 h 1161537"/>
              <a:gd name="connsiteX4" fmla="*/ 0 w 1060174"/>
              <a:gd name="connsiteY4" fmla="*/ 1161537 h 1161537"/>
              <a:gd name="connsiteX5" fmla="*/ 0 w 1060174"/>
              <a:gd name="connsiteY5" fmla="*/ 29512 h 1161537"/>
              <a:gd name="connsiteX0" fmla="*/ 0 w 1033670"/>
              <a:gd name="connsiteY0" fmla="*/ 29512 h 1161537"/>
              <a:gd name="connsiteX1" fmla="*/ 722243 w 1033670"/>
              <a:gd name="connsiteY1" fmla="*/ 22887 h 1161537"/>
              <a:gd name="connsiteX2" fmla="*/ 1033670 w 1033670"/>
              <a:gd name="connsiteY2" fmla="*/ 354190 h 1161537"/>
              <a:gd name="connsiteX3" fmla="*/ 1013791 w 1033670"/>
              <a:gd name="connsiteY3" fmla="*/ 1161537 h 1161537"/>
              <a:gd name="connsiteX4" fmla="*/ 0 w 1033670"/>
              <a:gd name="connsiteY4" fmla="*/ 1161537 h 1161537"/>
              <a:gd name="connsiteX5" fmla="*/ 0 w 1033670"/>
              <a:gd name="connsiteY5" fmla="*/ 29512 h 1161537"/>
              <a:gd name="connsiteX0" fmla="*/ 0 w 1046922"/>
              <a:gd name="connsiteY0" fmla="*/ 29512 h 1161537"/>
              <a:gd name="connsiteX1" fmla="*/ 722243 w 1046922"/>
              <a:gd name="connsiteY1" fmla="*/ 22887 h 1161537"/>
              <a:gd name="connsiteX2" fmla="*/ 1033670 w 1046922"/>
              <a:gd name="connsiteY2" fmla="*/ 354190 h 1161537"/>
              <a:gd name="connsiteX3" fmla="*/ 1046922 w 1046922"/>
              <a:gd name="connsiteY3" fmla="*/ 1161537 h 1161537"/>
              <a:gd name="connsiteX4" fmla="*/ 0 w 1046922"/>
              <a:gd name="connsiteY4" fmla="*/ 1161537 h 1161537"/>
              <a:gd name="connsiteX5" fmla="*/ 0 w 1046922"/>
              <a:gd name="connsiteY5" fmla="*/ 29512 h 1161537"/>
              <a:gd name="connsiteX0" fmla="*/ 0 w 1033670"/>
              <a:gd name="connsiteY0" fmla="*/ 29512 h 1161537"/>
              <a:gd name="connsiteX1" fmla="*/ 722243 w 1033670"/>
              <a:gd name="connsiteY1" fmla="*/ 22887 h 1161537"/>
              <a:gd name="connsiteX2" fmla="*/ 1033670 w 1033670"/>
              <a:gd name="connsiteY2" fmla="*/ 354190 h 1161537"/>
              <a:gd name="connsiteX3" fmla="*/ 1027043 w 1033670"/>
              <a:gd name="connsiteY3" fmla="*/ 1161537 h 1161537"/>
              <a:gd name="connsiteX4" fmla="*/ 0 w 1033670"/>
              <a:gd name="connsiteY4" fmla="*/ 1161537 h 1161537"/>
              <a:gd name="connsiteX5" fmla="*/ 0 w 1033670"/>
              <a:gd name="connsiteY5" fmla="*/ 29512 h 1161537"/>
              <a:gd name="connsiteX0" fmla="*/ 0 w 1033670"/>
              <a:gd name="connsiteY0" fmla="*/ 29512 h 1161537"/>
              <a:gd name="connsiteX1" fmla="*/ 722243 w 1033670"/>
              <a:gd name="connsiteY1" fmla="*/ 22887 h 1161537"/>
              <a:gd name="connsiteX2" fmla="*/ 1033670 w 1033670"/>
              <a:gd name="connsiteY2" fmla="*/ 354190 h 1161537"/>
              <a:gd name="connsiteX3" fmla="*/ 1027043 w 1033670"/>
              <a:gd name="connsiteY3" fmla="*/ 1161537 h 1161537"/>
              <a:gd name="connsiteX4" fmla="*/ 0 w 1033670"/>
              <a:gd name="connsiteY4" fmla="*/ 1161537 h 1161537"/>
              <a:gd name="connsiteX5" fmla="*/ 0 w 1033670"/>
              <a:gd name="connsiteY5" fmla="*/ 29512 h 1161537"/>
              <a:gd name="connsiteX0" fmla="*/ 0 w 1033670"/>
              <a:gd name="connsiteY0" fmla="*/ 6625 h 1138650"/>
              <a:gd name="connsiteX1" fmla="*/ 722243 w 1033670"/>
              <a:gd name="connsiteY1" fmla="*/ 0 h 1138650"/>
              <a:gd name="connsiteX2" fmla="*/ 1033670 w 1033670"/>
              <a:gd name="connsiteY2" fmla="*/ 331303 h 1138650"/>
              <a:gd name="connsiteX3" fmla="*/ 1027043 w 1033670"/>
              <a:gd name="connsiteY3" fmla="*/ 1138650 h 1138650"/>
              <a:gd name="connsiteX4" fmla="*/ 0 w 1033670"/>
              <a:gd name="connsiteY4" fmla="*/ 1138650 h 1138650"/>
              <a:gd name="connsiteX5" fmla="*/ 0 w 1033670"/>
              <a:gd name="connsiteY5" fmla="*/ 6625 h 1138650"/>
              <a:gd name="connsiteX0" fmla="*/ 0 w 1118483"/>
              <a:gd name="connsiteY0" fmla="*/ 1138650 h 1230090"/>
              <a:gd name="connsiteX1" fmla="*/ 0 w 1118483"/>
              <a:gd name="connsiteY1" fmla="*/ 6625 h 1230090"/>
              <a:gd name="connsiteX2" fmla="*/ 722243 w 1118483"/>
              <a:gd name="connsiteY2" fmla="*/ 0 h 1230090"/>
              <a:gd name="connsiteX3" fmla="*/ 1033670 w 1118483"/>
              <a:gd name="connsiteY3" fmla="*/ 331303 h 1230090"/>
              <a:gd name="connsiteX4" fmla="*/ 1118483 w 1118483"/>
              <a:gd name="connsiteY4" fmla="*/ 1230090 h 1230090"/>
              <a:gd name="connsiteX0" fmla="*/ 0 w 1033670"/>
              <a:gd name="connsiteY0" fmla="*/ 1138650 h 1138650"/>
              <a:gd name="connsiteX1" fmla="*/ 0 w 1033670"/>
              <a:gd name="connsiteY1" fmla="*/ 6625 h 1138650"/>
              <a:gd name="connsiteX2" fmla="*/ 722243 w 1033670"/>
              <a:gd name="connsiteY2" fmla="*/ 0 h 1138650"/>
              <a:gd name="connsiteX3" fmla="*/ 1033670 w 1033670"/>
              <a:gd name="connsiteY3" fmla="*/ 331303 h 1138650"/>
              <a:gd name="connsiteX4" fmla="*/ 1032344 w 1033670"/>
              <a:gd name="connsiteY4" fmla="*/ 885534 h 1138650"/>
              <a:gd name="connsiteX0" fmla="*/ 6626 w 1033670"/>
              <a:gd name="connsiteY0" fmla="*/ 807346 h 885534"/>
              <a:gd name="connsiteX1" fmla="*/ 0 w 1033670"/>
              <a:gd name="connsiteY1" fmla="*/ 6625 h 885534"/>
              <a:gd name="connsiteX2" fmla="*/ 722243 w 1033670"/>
              <a:gd name="connsiteY2" fmla="*/ 0 h 885534"/>
              <a:gd name="connsiteX3" fmla="*/ 1033670 w 1033670"/>
              <a:gd name="connsiteY3" fmla="*/ 331303 h 885534"/>
              <a:gd name="connsiteX4" fmla="*/ 1032344 w 1033670"/>
              <a:gd name="connsiteY4" fmla="*/ 885534 h 885534"/>
              <a:gd name="connsiteX0" fmla="*/ 637 w 1034307"/>
              <a:gd name="connsiteY0" fmla="*/ 1132024 h 1132024"/>
              <a:gd name="connsiteX1" fmla="*/ 637 w 1034307"/>
              <a:gd name="connsiteY1" fmla="*/ 6625 h 1132024"/>
              <a:gd name="connsiteX2" fmla="*/ 722880 w 1034307"/>
              <a:gd name="connsiteY2" fmla="*/ 0 h 1132024"/>
              <a:gd name="connsiteX3" fmla="*/ 1034307 w 1034307"/>
              <a:gd name="connsiteY3" fmla="*/ 331303 h 1132024"/>
              <a:gd name="connsiteX4" fmla="*/ 1032981 w 1034307"/>
              <a:gd name="connsiteY4" fmla="*/ 885534 h 1132024"/>
              <a:gd name="connsiteX0" fmla="*/ 0 w 1033670"/>
              <a:gd name="connsiteY0" fmla="*/ 1132024 h 1132024"/>
              <a:gd name="connsiteX1" fmla="*/ 0 w 1033670"/>
              <a:gd name="connsiteY1" fmla="*/ 6625 h 1132024"/>
              <a:gd name="connsiteX2" fmla="*/ 722243 w 1033670"/>
              <a:gd name="connsiteY2" fmla="*/ 0 h 1132024"/>
              <a:gd name="connsiteX3" fmla="*/ 1033670 w 1033670"/>
              <a:gd name="connsiteY3" fmla="*/ 331303 h 1132024"/>
              <a:gd name="connsiteX4" fmla="*/ 1032344 w 1033670"/>
              <a:gd name="connsiteY4" fmla="*/ 885534 h 1132024"/>
              <a:gd name="connsiteX0" fmla="*/ 0 w 1033670"/>
              <a:gd name="connsiteY0" fmla="*/ 1125399 h 1125399"/>
              <a:gd name="connsiteX1" fmla="*/ 0 w 1033670"/>
              <a:gd name="connsiteY1" fmla="*/ 0 h 1125399"/>
              <a:gd name="connsiteX2" fmla="*/ 722243 w 1033670"/>
              <a:gd name="connsiteY2" fmla="*/ 2474 h 1125399"/>
              <a:gd name="connsiteX3" fmla="*/ 1033670 w 1033670"/>
              <a:gd name="connsiteY3" fmla="*/ 324678 h 1125399"/>
              <a:gd name="connsiteX4" fmla="*/ 1032344 w 1033670"/>
              <a:gd name="connsiteY4" fmla="*/ 878909 h 1125399"/>
              <a:gd name="connsiteX0" fmla="*/ 0 w 1033670"/>
              <a:gd name="connsiteY0" fmla="*/ 1200262 h 1200262"/>
              <a:gd name="connsiteX1" fmla="*/ 0 w 1033670"/>
              <a:gd name="connsiteY1" fmla="*/ 74863 h 1200262"/>
              <a:gd name="connsiteX2" fmla="*/ 722243 w 1033670"/>
              <a:gd name="connsiteY2" fmla="*/ 0 h 1200262"/>
              <a:gd name="connsiteX3" fmla="*/ 1033670 w 1033670"/>
              <a:gd name="connsiteY3" fmla="*/ 399541 h 1200262"/>
              <a:gd name="connsiteX4" fmla="*/ 1032344 w 1033670"/>
              <a:gd name="connsiteY4" fmla="*/ 953772 h 1200262"/>
              <a:gd name="connsiteX0" fmla="*/ 0 w 1033670"/>
              <a:gd name="connsiteY0" fmla="*/ 1231469 h 1231469"/>
              <a:gd name="connsiteX1" fmla="*/ 0 w 1033670"/>
              <a:gd name="connsiteY1" fmla="*/ 106070 h 1231469"/>
              <a:gd name="connsiteX2" fmla="*/ 388863 w 1033670"/>
              <a:gd name="connsiteY2" fmla="*/ 25172 h 1231469"/>
              <a:gd name="connsiteX3" fmla="*/ 722243 w 1033670"/>
              <a:gd name="connsiteY3" fmla="*/ 31207 h 1231469"/>
              <a:gd name="connsiteX4" fmla="*/ 1033670 w 1033670"/>
              <a:gd name="connsiteY4" fmla="*/ 430748 h 1231469"/>
              <a:gd name="connsiteX5" fmla="*/ 1032344 w 1033670"/>
              <a:gd name="connsiteY5" fmla="*/ 984979 h 1231469"/>
              <a:gd name="connsiteX0" fmla="*/ 0 w 1033670"/>
              <a:gd name="connsiteY0" fmla="*/ 1242660 h 1242660"/>
              <a:gd name="connsiteX1" fmla="*/ 0 w 1033670"/>
              <a:gd name="connsiteY1" fmla="*/ 117261 h 1242660"/>
              <a:gd name="connsiteX2" fmla="*/ 388863 w 1033670"/>
              <a:gd name="connsiteY2" fmla="*/ 36363 h 1242660"/>
              <a:gd name="connsiteX3" fmla="*/ 722243 w 1033670"/>
              <a:gd name="connsiteY3" fmla="*/ 42398 h 1242660"/>
              <a:gd name="connsiteX4" fmla="*/ 1033670 w 1033670"/>
              <a:gd name="connsiteY4" fmla="*/ 441939 h 1242660"/>
              <a:gd name="connsiteX5" fmla="*/ 1032344 w 1033670"/>
              <a:gd name="connsiteY5" fmla="*/ 996170 h 1242660"/>
              <a:gd name="connsiteX0" fmla="*/ 0 w 1033670"/>
              <a:gd name="connsiteY0" fmla="*/ 1210009 h 1210009"/>
              <a:gd name="connsiteX1" fmla="*/ 0 w 1033670"/>
              <a:gd name="connsiteY1" fmla="*/ 84610 h 1210009"/>
              <a:gd name="connsiteX2" fmla="*/ 388863 w 1033670"/>
              <a:gd name="connsiteY2" fmla="*/ 112894 h 1210009"/>
              <a:gd name="connsiteX3" fmla="*/ 722243 w 1033670"/>
              <a:gd name="connsiteY3" fmla="*/ 9747 h 1210009"/>
              <a:gd name="connsiteX4" fmla="*/ 1033670 w 1033670"/>
              <a:gd name="connsiteY4" fmla="*/ 409288 h 1210009"/>
              <a:gd name="connsiteX5" fmla="*/ 1032344 w 1033670"/>
              <a:gd name="connsiteY5" fmla="*/ 963519 h 1210009"/>
              <a:gd name="connsiteX0" fmla="*/ 0 w 1033670"/>
              <a:gd name="connsiteY0" fmla="*/ 1211335 h 1211335"/>
              <a:gd name="connsiteX1" fmla="*/ 0 w 1033670"/>
              <a:gd name="connsiteY1" fmla="*/ 85936 h 1211335"/>
              <a:gd name="connsiteX2" fmla="*/ 106810 w 1033670"/>
              <a:gd name="connsiteY2" fmla="*/ 105122 h 1211335"/>
              <a:gd name="connsiteX3" fmla="*/ 388863 w 1033670"/>
              <a:gd name="connsiteY3" fmla="*/ 114220 h 1211335"/>
              <a:gd name="connsiteX4" fmla="*/ 722243 w 1033670"/>
              <a:gd name="connsiteY4" fmla="*/ 11073 h 1211335"/>
              <a:gd name="connsiteX5" fmla="*/ 1033670 w 1033670"/>
              <a:gd name="connsiteY5" fmla="*/ 410614 h 1211335"/>
              <a:gd name="connsiteX6" fmla="*/ 1032344 w 1033670"/>
              <a:gd name="connsiteY6" fmla="*/ 964845 h 1211335"/>
              <a:gd name="connsiteX0" fmla="*/ 0 w 1033670"/>
              <a:gd name="connsiteY0" fmla="*/ 1211335 h 1211335"/>
              <a:gd name="connsiteX1" fmla="*/ 0 w 1033670"/>
              <a:gd name="connsiteY1" fmla="*/ 85936 h 1211335"/>
              <a:gd name="connsiteX2" fmla="*/ 106810 w 1033670"/>
              <a:gd name="connsiteY2" fmla="*/ 105122 h 1211335"/>
              <a:gd name="connsiteX3" fmla="*/ 388863 w 1033670"/>
              <a:gd name="connsiteY3" fmla="*/ 114220 h 1211335"/>
              <a:gd name="connsiteX4" fmla="*/ 722243 w 1033670"/>
              <a:gd name="connsiteY4" fmla="*/ 102058 h 1211335"/>
              <a:gd name="connsiteX5" fmla="*/ 1033670 w 1033670"/>
              <a:gd name="connsiteY5" fmla="*/ 410614 h 1211335"/>
              <a:gd name="connsiteX6" fmla="*/ 1032344 w 1033670"/>
              <a:gd name="connsiteY6" fmla="*/ 964845 h 1211335"/>
              <a:gd name="connsiteX0" fmla="*/ 0 w 1033670"/>
              <a:gd name="connsiteY0" fmla="*/ 1211335 h 1211335"/>
              <a:gd name="connsiteX1" fmla="*/ 0 w 1033670"/>
              <a:gd name="connsiteY1" fmla="*/ 85936 h 1211335"/>
              <a:gd name="connsiteX2" fmla="*/ 106810 w 1033670"/>
              <a:gd name="connsiteY2" fmla="*/ 105122 h 1211335"/>
              <a:gd name="connsiteX3" fmla="*/ 388863 w 1033670"/>
              <a:gd name="connsiteY3" fmla="*/ 114220 h 1211335"/>
              <a:gd name="connsiteX4" fmla="*/ 722243 w 1033670"/>
              <a:gd name="connsiteY4" fmla="*/ 102058 h 1211335"/>
              <a:gd name="connsiteX5" fmla="*/ 1033670 w 1033670"/>
              <a:gd name="connsiteY5" fmla="*/ 410614 h 1211335"/>
              <a:gd name="connsiteX6" fmla="*/ 1032344 w 1033670"/>
              <a:gd name="connsiteY6" fmla="*/ 964845 h 1211335"/>
              <a:gd name="connsiteX0" fmla="*/ 0 w 1033670"/>
              <a:gd name="connsiteY0" fmla="*/ 1211335 h 1211335"/>
              <a:gd name="connsiteX1" fmla="*/ 0 w 1033670"/>
              <a:gd name="connsiteY1" fmla="*/ 85936 h 1211335"/>
              <a:gd name="connsiteX2" fmla="*/ 106810 w 1033670"/>
              <a:gd name="connsiteY2" fmla="*/ 105122 h 1211335"/>
              <a:gd name="connsiteX3" fmla="*/ 388863 w 1033670"/>
              <a:gd name="connsiteY3" fmla="*/ 114220 h 1211335"/>
              <a:gd name="connsiteX4" fmla="*/ 722243 w 1033670"/>
              <a:gd name="connsiteY4" fmla="*/ 102058 h 1211335"/>
              <a:gd name="connsiteX5" fmla="*/ 1033670 w 1033670"/>
              <a:gd name="connsiteY5" fmla="*/ 410614 h 1211335"/>
              <a:gd name="connsiteX6" fmla="*/ 1032344 w 1033670"/>
              <a:gd name="connsiteY6" fmla="*/ 964845 h 1211335"/>
              <a:gd name="connsiteX0" fmla="*/ 0 w 1033670"/>
              <a:gd name="connsiteY0" fmla="*/ 1125399 h 1125399"/>
              <a:gd name="connsiteX1" fmla="*/ 0 w 1033670"/>
              <a:gd name="connsiteY1" fmla="*/ 0 h 1125399"/>
              <a:gd name="connsiteX2" fmla="*/ 106810 w 1033670"/>
              <a:gd name="connsiteY2" fmla="*/ 19186 h 1125399"/>
              <a:gd name="connsiteX3" fmla="*/ 388863 w 1033670"/>
              <a:gd name="connsiteY3" fmla="*/ 28284 h 1125399"/>
              <a:gd name="connsiteX4" fmla="*/ 722243 w 1033670"/>
              <a:gd name="connsiteY4" fmla="*/ 16122 h 1125399"/>
              <a:gd name="connsiteX5" fmla="*/ 1033670 w 1033670"/>
              <a:gd name="connsiteY5" fmla="*/ 324678 h 1125399"/>
              <a:gd name="connsiteX6" fmla="*/ 1032344 w 1033670"/>
              <a:gd name="connsiteY6" fmla="*/ 878909 h 1125399"/>
              <a:gd name="connsiteX0" fmla="*/ 0 w 1033670"/>
              <a:gd name="connsiteY0" fmla="*/ 1109277 h 1109277"/>
              <a:gd name="connsiteX1" fmla="*/ 0 w 1033670"/>
              <a:gd name="connsiteY1" fmla="*/ 11173 h 1109277"/>
              <a:gd name="connsiteX2" fmla="*/ 106810 w 1033670"/>
              <a:gd name="connsiteY2" fmla="*/ 3064 h 1109277"/>
              <a:gd name="connsiteX3" fmla="*/ 388863 w 1033670"/>
              <a:gd name="connsiteY3" fmla="*/ 12162 h 1109277"/>
              <a:gd name="connsiteX4" fmla="*/ 722243 w 1033670"/>
              <a:gd name="connsiteY4" fmla="*/ 0 h 1109277"/>
              <a:gd name="connsiteX5" fmla="*/ 1033670 w 1033670"/>
              <a:gd name="connsiteY5" fmla="*/ 308556 h 1109277"/>
              <a:gd name="connsiteX6" fmla="*/ 1032344 w 1033670"/>
              <a:gd name="connsiteY6" fmla="*/ 862787 h 1109277"/>
              <a:gd name="connsiteX0" fmla="*/ 0 w 1033670"/>
              <a:gd name="connsiteY0" fmla="*/ 1109277 h 1109277"/>
              <a:gd name="connsiteX1" fmla="*/ 0 w 1033670"/>
              <a:gd name="connsiteY1" fmla="*/ 11173 h 1109277"/>
              <a:gd name="connsiteX2" fmla="*/ 388863 w 1033670"/>
              <a:gd name="connsiteY2" fmla="*/ 12162 h 1109277"/>
              <a:gd name="connsiteX3" fmla="*/ 722243 w 1033670"/>
              <a:gd name="connsiteY3" fmla="*/ 0 h 1109277"/>
              <a:gd name="connsiteX4" fmla="*/ 1033670 w 1033670"/>
              <a:gd name="connsiteY4" fmla="*/ 308556 h 1109277"/>
              <a:gd name="connsiteX5" fmla="*/ 1032344 w 1033670"/>
              <a:gd name="connsiteY5" fmla="*/ 862787 h 1109277"/>
              <a:gd name="connsiteX0" fmla="*/ 0 w 1033670"/>
              <a:gd name="connsiteY0" fmla="*/ 1109277 h 1109277"/>
              <a:gd name="connsiteX1" fmla="*/ 0 w 1033670"/>
              <a:gd name="connsiteY1" fmla="*/ 11173 h 1109277"/>
              <a:gd name="connsiteX2" fmla="*/ 722243 w 1033670"/>
              <a:gd name="connsiteY2" fmla="*/ 0 h 1109277"/>
              <a:gd name="connsiteX3" fmla="*/ 1033670 w 1033670"/>
              <a:gd name="connsiteY3" fmla="*/ 308556 h 1109277"/>
              <a:gd name="connsiteX4" fmla="*/ 1032344 w 1033670"/>
              <a:gd name="connsiteY4" fmla="*/ 862787 h 1109277"/>
              <a:gd name="connsiteX0" fmla="*/ 0 w 1033670"/>
              <a:gd name="connsiteY0" fmla="*/ 1100179 h 1100179"/>
              <a:gd name="connsiteX1" fmla="*/ 0 w 1033670"/>
              <a:gd name="connsiteY1" fmla="*/ 2075 h 1100179"/>
              <a:gd name="connsiteX2" fmla="*/ 722243 w 1033670"/>
              <a:gd name="connsiteY2" fmla="*/ 0 h 1100179"/>
              <a:gd name="connsiteX3" fmla="*/ 1033670 w 1033670"/>
              <a:gd name="connsiteY3" fmla="*/ 299458 h 1100179"/>
              <a:gd name="connsiteX4" fmla="*/ 1032344 w 1033670"/>
              <a:gd name="connsiteY4" fmla="*/ 853689 h 1100179"/>
              <a:gd name="connsiteX0" fmla="*/ 0 w 1033670"/>
              <a:gd name="connsiteY0" fmla="*/ 1104728 h 1104728"/>
              <a:gd name="connsiteX1" fmla="*/ 0 w 1033670"/>
              <a:gd name="connsiteY1" fmla="*/ 6624 h 1104728"/>
              <a:gd name="connsiteX2" fmla="*/ 767735 w 1033670"/>
              <a:gd name="connsiteY2" fmla="*/ 0 h 1104728"/>
              <a:gd name="connsiteX3" fmla="*/ 1033670 w 1033670"/>
              <a:gd name="connsiteY3" fmla="*/ 304007 h 1104728"/>
              <a:gd name="connsiteX4" fmla="*/ 1032344 w 1033670"/>
              <a:gd name="connsiteY4" fmla="*/ 858238 h 1104728"/>
              <a:gd name="connsiteX0" fmla="*/ 0 w 1033670"/>
              <a:gd name="connsiteY0" fmla="*/ 1098104 h 1098104"/>
              <a:gd name="connsiteX1" fmla="*/ 0 w 1033670"/>
              <a:gd name="connsiteY1" fmla="*/ 0 h 1098104"/>
              <a:gd name="connsiteX2" fmla="*/ 767735 w 1033670"/>
              <a:gd name="connsiteY2" fmla="*/ 7023 h 1098104"/>
              <a:gd name="connsiteX3" fmla="*/ 1033670 w 1033670"/>
              <a:gd name="connsiteY3" fmla="*/ 297383 h 1098104"/>
              <a:gd name="connsiteX4" fmla="*/ 1032344 w 1033670"/>
              <a:gd name="connsiteY4" fmla="*/ 851614 h 1098104"/>
              <a:gd name="connsiteX0" fmla="*/ 0 w 1033670"/>
              <a:gd name="connsiteY0" fmla="*/ 1104728 h 1104728"/>
              <a:gd name="connsiteX1" fmla="*/ 0 w 1033670"/>
              <a:gd name="connsiteY1" fmla="*/ 6624 h 1104728"/>
              <a:gd name="connsiteX2" fmla="*/ 767735 w 1033670"/>
              <a:gd name="connsiteY2" fmla="*/ 0 h 1104728"/>
              <a:gd name="connsiteX3" fmla="*/ 1033670 w 1033670"/>
              <a:gd name="connsiteY3" fmla="*/ 304007 h 1104728"/>
              <a:gd name="connsiteX4" fmla="*/ 1032344 w 1033670"/>
              <a:gd name="connsiteY4" fmla="*/ 858238 h 1104728"/>
              <a:gd name="connsiteX0" fmla="*/ 0 w 1033670"/>
              <a:gd name="connsiteY0" fmla="*/ 1104728 h 1104728"/>
              <a:gd name="connsiteX1" fmla="*/ 0 w 1033670"/>
              <a:gd name="connsiteY1" fmla="*/ 6624 h 1104728"/>
              <a:gd name="connsiteX2" fmla="*/ 767735 w 1033670"/>
              <a:gd name="connsiteY2" fmla="*/ 0 h 1104728"/>
              <a:gd name="connsiteX3" fmla="*/ 1033670 w 1033670"/>
              <a:gd name="connsiteY3" fmla="*/ 304007 h 1104728"/>
              <a:gd name="connsiteX4" fmla="*/ 1032344 w 1033670"/>
              <a:gd name="connsiteY4" fmla="*/ 858238 h 1104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3670" h="1104728">
                <a:moveTo>
                  <a:pt x="0" y="1104728"/>
                </a:moveTo>
                <a:lnTo>
                  <a:pt x="0" y="6624"/>
                </a:lnTo>
                <a:lnTo>
                  <a:pt x="767735" y="0"/>
                </a:lnTo>
                <a:lnTo>
                  <a:pt x="1033670" y="304007"/>
                </a:lnTo>
                <a:cubicBezTo>
                  <a:pt x="1031461" y="573123"/>
                  <a:pt x="1032344" y="858238"/>
                  <a:pt x="1032344" y="858238"/>
                </a:cubicBezTo>
              </a:path>
            </a:pathLst>
          </a:custGeom>
          <a:noFill/>
          <a:ln w="76200">
            <a:solidFill>
              <a:srgbClr val="0047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8" name="Rett linje 7">
            <a:extLst>
              <a:ext uri="{FF2B5EF4-FFF2-40B4-BE49-F238E27FC236}">
                <a16:creationId xmlns:a16="http://schemas.microsoft.com/office/drawing/2014/main" id="{E04AE9EF-FF1C-06FE-8C96-2A588D71A3F3}"/>
              </a:ext>
            </a:extLst>
          </p:cNvPr>
          <p:cNvCxnSpPr/>
          <p:nvPr/>
        </p:nvCxnSpPr>
        <p:spPr>
          <a:xfrm>
            <a:off x="6391069" y="2223398"/>
            <a:ext cx="430696" cy="0"/>
          </a:xfrm>
          <a:prstGeom prst="line">
            <a:avLst/>
          </a:prstGeom>
          <a:ln w="76200">
            <a:solidFill>
              <a:srgbClr val="004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tt linje 8">
            <a:extLst>
              <a:ext uri="{FF2B5EF4-FFF2-40B4-BE49-F238E27FC236}">
                <a16:creationId xmlns:a16="http://schemas.microsoft.com/office/drawing/2014/main" id="{AE1408E7-ECAA-79FC-3A0A-483A3C74E325}"/>
              </a:ext>
            </a:extLst>
          </p:cNvPr>
          <p:cNvCxnSpPr>
            <a:cxnSpLocks/>
          </p:cNvCxnSpPr>
          <p:nvPr/>
        </p:nvCxnSpPr>
        <p:spPr>
          <a:xfrm>
            <a:off x="6391069" y="2461937"/>
            <a:ext cx="715617" cy="0"/>
          </a:xfrm>
          <a:prstGeom prst="line">
            <a:avLst/>
          </a:prstGeom>
          <a:ln w="76200">
            <a:solidFill>
              <a:srgbClr val="004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Kobling: vinkel 9">
            <a:extLst>
              <a:ext uri="{FF2B5EF4-FFF2-40B4-BE49-F238E27FC236}">
                <a16:creationId xmlns:a16="http://schemas.microsoft.com/office/drawing/2014/main" id="{0ED470EE-EE7E-B493-1604-DEDEF974EB3C}"/>
              </a:ext>
            </a:extLst>
          </p:cNvPr>
          <p:cNvCxnSpPr>
            <a:stCxn id="7" idx="2"/>
            <a:endCxn id="7" idx="3"/>
          </p:cNvCxnSpPr>
          <p:nvPr/>
        </p:nvCxnSpPr>
        <p:spPr>
          <a:xfrm>
            <a:off x="6999777" y="2016803"/>
            <a:ext cx="265935" cy="304007"/>
          </a:xfrm>
          <a:prstGeom prst="bentConnector3">
            <a:avLst>
              <a:gd name="adj1" fmla="val -7344"/>
            </a:avLst>
          </a:prstGeom>
          <a:ln w="76200">
            <a:solidFill>
              <a:srgbClr val="004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ktangel: avrundede hjørner 10">
            <a:extLst>
              <a:ext uri="{FF2B5EF4-FFF2-40B4-BE49-F238E27FC236}">
                <a16:creationId xmlns:a16="http://schemas.microsoft.com/office/drawing/2014/main" id="{20824319-FA1D-570D-99D3-BBEAFBA4E3C5}"/>
              </a:ext>
            </a:extLst>
          </p:cNvPr>
          <p:cNvSpPr/>
          <p:nvPr/>
        </p:nvSpPr>
        <p:spPr>
          <a:xfrm>
            <a:off x="7180464" y="3011605"/>
            <a:ext cx="163773" cy="514066"/>
          </a:xfrm>
          <a:prstGeom prst="roundRect">
            <a:avLst>
              <a:gd name="adj" fmla="val 5556"/>
            </a:avLst>
          </a:prstGeom>
          <a:noFill/>
          <a:ln w="76200">
            <a:solidFill>
              <a:srgbClr val="0047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Frihåndsform: figur 11">
            <a:extLst>
              <a:ext uri="{FF2B5EF4-FFF2-40B4-BE49-F238E27FC236}">
                <a16:creationId xmlns:a16="http://schemas.microsoft.com/office/drawing/2014/main" id="{1A401A82-FF08-F814-EECE-F332310ED3D0}"/>
              </a:ext>
            </a:extLst>
          </p:cNvPr>
          <p:cNvSpPr/>
          <p:nvPr/>
        </p:nvSpPr>
        <p:spPr>
          <a:xfrm>
            <a:off x="4592267" y="1787868"/>
            <a:ext cx="2938490" cy="2376051"/>
          </a:xfrm>
          <a:custGeom>
            <a:avLst/>
            <a:gdLst>
              <a:gd name="connsiteX0" fmla="*/ 0 w 2938490"/>
              <a:gd name="connsiteY0" fmla="*/ 0 h 2380027"/>
              <a:gd name="connsiteX1" fmla="*/ 2938490 w 2938490"/>
              <a:gd name="connsiteY1" fmla="*/ 0 h 2380027"/>
              <a:gd name="connsiteX2" fmla="*/ 2938490 w 2938490"/>
              <a:gd name="connsiteY2" fmla="*/ 1539838 h 2380027"/>
              <a:gd name="connsiteX3" fmla="*/ 2929615 w 2938490"/>
              <a:gd name="connsiteY3" fmla="*/ 1524756 h 2380027"/>
              <a:gd name="connsiteX4" fmla="*/ 2350048 w 2938490"/>
              <a:gd name="connsiteY4" fmla="*/ 2326170 h 2380027"/>
              <a:gd name="connsiteX5" fmla="*/ 2345718 w 2938490"/>
              <a:gd name="connsiteY5" fmla="*/ 2329125 h 2380027"/>
              <a:gd name="connsiteX6" fmla="*/ 2345718 w 2938490"/>
              <a:gd name="connsiteY6" fmla="*/ 2081522 h 2380027"/>
              <a:gd name="connsiteX7" fmla="*/ 699237 w 2938490"/>
              <a:gd name="connsiteY7" fmla="*/ 2081522 h 2380027"/>
              <a:gd name="connsiteX8" fmla="*/ 699237 w 2938490"/>
              <a:gd name="connsiteY8" fmla="*/ 2380027 h 2380027"/>
              <a:gd name="connsiteX9" fmla="*/ 587514 w 2938490"/>
              <a:gd name="connsiteY9" fmla="*/ 2303781 h 2380027"/>
              <a:gd name="connsiteX10" fmla="*/ 7948 w 2938490"/>
              <a:gd name="connsiteY10" fmla="*/ 1502367 h 2380027"/>
              <a:gd name="connsiteX11" fmla="*/ 0 w 2938490"/>
              <a:gd name="connsiteY11" fmla="*/ 1515873 h 2380027"/>
              <a:gd name="connsiteX12" fmla="*/ 0 w 2938490"/>
              <a:gd name="connsiteY12" fmla="*/ 0 h 2380027"/>
              <a:gd name="connsiteX0" fmla="*/ 0 w 2938490"/>
              <a:gd name="connsiteY0" fmla="*/ 0 h 2380027"/>
              <a:gd name="connsiteX1" fmla="*/ 2938490 w 2938490"/>
              <a:gd name="connsiteY1" fmla="*/ 0 h 2380027"/>
              <a:gd name="connsiteX2" fmla="*/ 2938490 w 2938490"/>
              <a:gd name="connsiteY2" fmla="*/ 1539838 h 2380027"/>
              <a:gd name="connsiteX3" fmla="*/ 2929615 w 2938490"/>
              <a:gd name="connsiteY3" fmla="*/ 1524756 h 2380027"/>
              <a:gd name="connsiteX4" fmla="*/ 2350048 w 2938490"/>
              <a:gd name="connsiteY4" fmla="*/ 2326170 h 2380027"/>
              <a:gd name="connsiteX5" fmla="*/ 2345718 w 2938490"/>
              <a:gd name="connsiteY5" fmla="*/ 2329125 h 2380027"/>
              <a:gd name="connsiteX6" fmla="*/ 2345718 w 2938490"/>
              <a:gd name="connsiteY6" fmla="*/ 2081522 h 2380027"/>
              <a:gd name="connsiteX7" fmla="*/ 699237 w 2938490"/>
              <a:gd name="connsiteY7" fmla="*/ 2081522 h 2380027"/>
              <a:gd name="connsiteX8" fmla="*/ 699237 w 2938490"/>
              <a:gd name="connsiteY8" fmla="*/ 2380027 h 2380027"/>
              <a:gd name="connsiteX9" fmla="*/ 587514 w 2938490"/>
              <a:gd name="connsiteY9" fmla="*/ 2303781 h 2380027"/>
              <a:gd name="connsiteX10" fmla="*/ 7948 w 2938490"/>
              <a:gd name="connsiteY10" fmla="*/ 1502367 h 2380027"/>
              <a:gd name="connsiteX11" fmla="*/ 0 w 2938490"/>
              <a:gd name="connsiteY11" fmla="*/ 0 h 2380027"/>
              <a:gd name="connsiteX0" fmla="*/ 0 w 2938490"/>
              <a:gd name="connsiteY0" fmla="*/ 0 h 2380027"/>
              <a:gd name="connsiteX1" fmla="*/ 2938490 w 2938490"/>
              <a:gd name="connsiteY1" fmla="*/ 0 h 2380027"/>
              <a:gd name="connsiteX2" fmla="*/ 2929615 w 2938490"/>
              <a:gd name="connsiteY2" fmla="*/ 1524756 h 2380027"/>
              <a:gd name="connsiteX3" fmla="*/ 2350048 w 2938490"/>
              <a:gd name="connsiteY3" fmla="*/ 2326170 h 2380027"/>
              <a:gd name="connsiteX4" fmla="*/ 2345718 w 2938490"/>
              <a:gd name="connsiteY4" fmla="*/ 2329125 h 2380027"/>
              <a:gd name="connsiteX5" fmla="*/ 2345718 w 2938490"/>
              <a:gd name="connsiteY5" fmla="*/ 2081522 h 2380027"/>
              <a:gd name="connsiteX6" fmla="*/ 699237 w 2938490"/>
              <a:gd name="connsiteY6" fmla="*/ 2081522 h 2380027"/>
              <a:gd name="connsiteX7" fmla="*/ 699237 w 2938490"/>
              <a:gd name="connsiteY7" fmla="*/ 2380027 h 2380027"/>
              <a:gd name="connsiteX8" fmla="*/ 587514 w 2938490"/>
              <a:gd name="connsiteY8" fmla="*/ 2303781 h 2380027"/>
              <a:gd name="connsiteX9" fmla="*/ 7948 w 2938490"/>
              <a:gd name="connsiteY9" fmla="*/ 1502367 h 2380027"/>
              <a:gd name="connsiteX10" fmla="*/ 0 w 2938490"/>
              <a:gd name="connsiteY10" fmla="*/ 0 h 2380027"/>
              <a:gd name="connsiteX0" fmla="*/ 0 w 2938490"/>
              <a:gd name="connsiteY0" fmla="*/ 0 h 2380027"/>
              <a:gd name="connsiteX1" fmla="*/ 2938490 w 2938490"/>
              <a:gd name="connsiteY1" fmla="*/ 0 h 2380027"/>
              <a:gd name="connsiteX2" fmla="*/ 2929615 w 2938490"/>
              <a:gd name="connsiteY2" fmla="*/ 1524756 h 2380027"/>
              <a:gd name="connsiteX3" fmla="*/ 2350048 w 2938490"/>
              <a:gd name="connsiteY3" fmla="*/ 2326170 h 2380027"/>
              <a:gd name="connsiteX4" fmla="*/ 2345718 w 2938490"/>
              <a:gd name="connsiteY4" fmla="*/ 2329125 h 2380027"/>
              <a:gd name="connsiteX5" fmla="*/ 2345718 w 2938490"/>
              <a:gd name="connsiteY5" fmla="*/ 2081522 h 2380027"/>
              <a:gd name="connsiteX6" fmla="*/ 699237 w 2938490"/>
              <a:gd name="connsiteY6" fmla="*/ 2380027 h 2380027"/>
              <a:gd name="connsiteX7" fmla="*/ 587514 w 2938490"/>
              <a:gd name="connsiteY7" fmla="*/ 2303781 h 2380027"/>
              <a:gd name="connsiteX8" fmla="*/ 7948 w 2938490"/>
              <a:gd name="connsiteY8" fmla="*/ 1502367 h 2380027"/>
              <a:gd name="connsiteX9" fmla="*/ 0 w 2938490"/>
              <a:gd name="connsiteY9" fmla="*/ 0 h 2380027"/>
              <a:gd name="connsiteX0" fmla="*/ 0 w 2938490"/>
              <a:gd name="connsiteY0" fmla="*/ 0 h 2380027"/>
              <a:gd name="connsiteX1" fmla="*/ 2938490 w 2938490"/>
              <a:gd name="connsiteY1" fmla="*/ 0 h 2380027"/>
              <a:gd name="connsiteX2" fmla="*/ 2929615 w 2938490"/>
              <a:gd name="connsiteY2" fmla="*/ 1524756 h 2380027"/>
              <a:gd name="connsiteX3" fmla="*/ 2350048 w 2938490"/>
              <a:gd name="connsiteY3" fmla="*/ 2326170 h 2380027"/>
              <a:gd name="connsiteX4" fmla="*/ 2345718 w 2938490"/>
              <a:gd name="connsiteY4" fmla="*/ 2329125 h 2380027"/>
              <a:gd name="connsiteX5" fmla="*/ 699237 w 2938490"/>
              <a:gd name="connsiteY5" fmla="*/ 2380027 h 2380027"/>
              <a:gd name="connsiteX6" fmla="*/ 587514 w 2938490"/>
              <a:gd name="connsiteY6" fmla="*/ 2303781 h 2380027"/>
              <a:gd name="connsiteX7" fmla="*/ 7948 w 2938490"/>
              <a:gd name="connsiteY7" fmla="*/ 1502367 h 2380027"/>
              <a:gd name="connsiteX8" fmla="*/ 0 w 2938490"/>
              <a:gd name="connsiteY8" fmla="*/ 0 h 2380027"/>
              <a:gd name="connsiteX0" fmla="*/ 0 w 2938490"/>
              <a:gd name="connsiteY0" fmla="*/ 0 h 2344246"/>
              <a:gd name="connsiteX1" fmla="*/ 2938490 w 2938490"/>
              <a:gd name="connsiteY1" fmla="*/ 0 h 2344246"/>
              <a:gd name="connsiteX2" fmla="*/ 2929615 w 2938490"/>
              <a:gd name="connsiteY2" fmla="*/ 1524756 h 2344246"/>
              <a:gd name="connsiteX3" fmla="*/ 2350048 w 2938490"/>
              <a:gd name="connsiteY3" fmla="*/ 2326170 h 2344246"/>
              <a:gd name="connsiteX4" fmla="*/ 2345718 w 2938490"/>
              <a:gd name="connsiteY4" fmla="*/ 2329125 h 2344246"/>
              <a:gd name="connsiteX5" fmla="*/ 699237 w 2938490"/>
              <a:gd name="connsiteY5" fmla="*/ 2344246 h 2344246"/>
              <a:gd name="connsiteX6" fmla="*/ 587514 w 2938490"/>
              <a:gd name="connsiteY6" fmla="*/ 2303781 h 2344246"/>
              <a:gd name="connsiteX7" fmla="*/ 7948 w 2938490"/>
              <a:gd name="connsiteY7" fmla="*/ 1502367 h 2344246"/>
              <a:gd name="connsiteX8" fmla="*/ 0 w 2938490"/>
              <a:gd name="connsiteY8" fmla="*/ 0 h 2344246"/>
              <a:gd name="connsiteX0" fmla="*/ 0 w 2938490"/>
              <a:gd name="connsiteY0" fmla="*/ 0 h 2349004"/>
              <a:gd name="connsiteX1" fmla="*/ 2938490 w 2938490"/>
              <a:gd name="connsiteY1" fmla="*/ 0 h 2349004"/>
              <a:gd name="connsiteX2" fmla="*/ 2929615 w 2938490"/>
              <a:gd name="connsiteY2" fmla="*/ 1524756 h 2349004"/>
              <a:gd name="connsiteX3" fmla="*/ 2350048 w 2938490"/>
              <a:gd name="connsiteY3" fmla="*/ 2326170 h 2349004"/>
              <a:gd name="connsiteX4" fmla="*/ 2341742 w 2938490"/>
              <a:gd name="connsiteY4" fmla="*/ 2349004 h 2349004"/>
              <a:gd name="connsiteX5" fmla="*/ 699237 w 2938490"/>
              <a:gd name="connsiteY5" fmla="*/ 2344246 h 2349004"/>
              <a:gd name="connsiteX6" fmla="*/ 587514 w 2938490"/>
              <a:gd name="connsiteY6" fmla="*/ 2303781 h 2349004"/>
              <a:gd name="connsiteX7" fmla="*/ 7948 w 2938490"/>
              <a:gd name="connsiteY7" fmla="*/ 1502367 h 2349004"/>
              <a:gd name="connsiteX8" fmla="*/ 0 w 2938490"/>
              <a:gd name="connsiteY8" fmla="*/ 0 h 2349004"/>
              <a:gd name="connsiteX0" fmla="*/ 0 w 2938490"/>
              <a:gd name="connsiteY0" fmla="*/ 0 h 2344246"/>
              <a:gd name="connsiteX1" fmla="*/ 2938490 w 2938490"/>
              <a:gd name="connsiteY1" fmla="*/ 0 h 2344246"/>
              <a:gd name="connsiteX2" fmla="*/ 2929615 w 2938490"/>
              <a:gd name="connsiteY2" fmla="*/ 1524756 h 2344246"/>
              <a:gd name="connsiteX3" fmla="*/ 2350048 w 2938490"/>
              <a:gd name="connsiteY3" fmla="*/ 2326170 h 2344246"/>
              <a:gd name="connsiteX4" fmla="*/ 2341742 w 2938490"/>
              <a:gd name="connsiteY4" fmla="*/ 2333101 h 2344246"/>
              <a:gd name="connsiteX5" fmla="*/ 699237 w 2938490"/>
              <a:gd name="connsiteY5" fmla="*/ 2344246 h 2344246"/>
              <a:gd name="connsiteX6" fmla="*/ 587514 w 2938490"/>
              <a:gd name="connsiteY6" fmla="*/ 2303781 h 2344246"/>
              <a:gd name="connsiteX7" fmla="*/ 7948 w 2938490"/>
              <a:gd name="connsiteY7" fmla="*/ 1502367 h 2344246"/>
              <a:gd name="connsiteX8" fmla="*/ 0 w 2938490"/>
              <a:gd name="connsiteY8" fmla="*/ 0 h 2344246"/>
              <a:gd name="connsiteX0" fmla="*/ 0 w 2938490"/>
              <a:gd name="connsiteY0" fmla="*/ 0 h 2345028"/>
              <a:gd name="connsiteX1" fmla="*/ 2938490 w 2938490"/>
              <a:gd name="connsiteY1" fmla="*/ 0 h 2345028"/>
              <a:gd name="connsiteX2" fmla="*/ 2929615 w 2938490"/>
              <a:gd name="connsiteY2" fmla="*/ 1524756 h 2345028"/>
              <a:gd name="connsiteX3" fmla="*/ 2350048 w 2938490"/>
              <a:gd name="connsiteY3" fmla="*/ 2326170 h 2345028"/>
              <a:gd name="connsiteX4" fmla="*/ 2341742 w 2938490"/>
              <a:gd name="connsiteY4" fmla="*/ 2345028 h 2345028"/>
              <a:gd name="connsiteX5" fmla="*/ 699237 w 2938490"/>
              <a:gd name="connsiteY5" fmla="*/ 2344246 h 2345028"/>
              <a:gd name="connsiteX6" fmla="*/ 587514 w 2938490"/>
              <a:gd name="connsiteY6" fmla="*/ 2303781 h 2345028"/>
              <a:gd name="connsiteX7" fmla="*/ 7948 w 2938490"/>
              <a:gd name="connsiteY7" fmla="*/ 1502367 h 2345028"/>
              <a:gd name="connsiteX8" fmla="*/ 0 w 2938490"/>
              <a:gd name="connsiteY8" fmla="*/ 0 h 2345028"/>
              <a:gd name="connsiteX0" fmla="*/ 699237 w 2938490"/>
              <a:gd name="connsiteY0" fmla="*/ 2344246 h 2436468"/>
              <a:gd name="connsiteX1" fmla="*/ 587514 w 2938490"/>
              <a:gd name="connsiteY1" fmla="*/ 2303781 h 2436468"/>
              <a:gd name="connsiteX2" fmla="*/ 7948 w 2938490"/>
              <a:gd name="connsiteY2" fmla="*/ 1502367 h 2436468"/>
              <a:gd name="connsiteX3" fmla="*/ 0 w 2938490"/>
              <a:gd name="connsiteY3" fmla="*/ 0 h 2436468"/>
              <a:gd name="connsiteX4" fmla="*/ 2938490 w 2938490"/>
              <a:gd name="connsiteY4" fmla="*/ 0 h 2436468"/>
              <a:gd name="connsiteX5" fmla="*/ 2929615 w 2938490"/>
              <a:gd name="connsiteY5" fmla="*/ 1524756 h 2436468"/>
              <a:gd name="connsiteX6" fmla="*/ 2350048 w 2938490"/>
              <a:gd name="connsiteY6" fmla="*/ 2326170 h 2436468"/>
              <a:gd name="connsiteX7" fmla="*/ 2433182 w 2938490"/>
              <a:gd name="connsiteY7" fmla="*/ 2436468 h 2436468"/>
              <a:gd name="connsiteX0" fmla="*/ 699237 w 2938490"/>
              <a:gd name="connsiteY0" fmla="*/ 2344246 h 2344246"/>
              <a:gd name="connsiteX1" fmla="*/ 587514 w 2938490"/>
              <a:gd name="connsiteY1" fmla="*/ 2303781 h 2344246"/>
              <a:gd name="connsiteX2" fmla="*/ 7948 w 2938490"/>
              <a:gd name="connsiteY2" fmla="*/ 1502367 h 2344246"/>
              <a:gd name="connsiteX3" fmla="*/ 0 w 2938490"/>
              <a:gd name="connsiteY3" fmla="*/ 0 h 2344246"/>
              <a:gd name="connsiteX4" fmla="*/ 2938490 w 2938490"/>
              <a:gd name="connsiteY4" fmla="*/ 0 h 2344246"/>
              <a:gd name="connsiteX5" fmla="*/ 2929615 w 2938490"/>
              <a:gd name="connsiteY5" fmla="*/ 1524756 h 2344246"/>
              <a:gd name="connsiteX6" fmla="*/ 2350048 w 2938490"/>
              <a:gd name="connsiteY6" fmla="*/ 2326170 h 2344246"/>
              <a:gd name="connsiteX0" fmla="*/ 699237 w 2938490"/>
              <a:gd name="connsiteY0" fmla="*/ 2376051 h 2376051"/>
              <a:gd name="connsiteX1" fmla="*/ 587514 w 2938490"/>
              <a:gd name="connsiteY1" fmla="*/ 2303781 h 2376051"/>
              <a:gd name="connsiteX2" fmla="*/ 7948 w 2938490"/>
              <a:gd name="connsiteY2" fmla="*/ 1502367 h 2376051"/>
              <a:gd name="connsiteX3" fmla="*/ 0 w 2938490"/>
              <a:gd name="connsiteY3" fmla="*/ 0 h 2376051"/>
              <a:gd name="connsiteX4" fmla="*/ 2938490 w 2938490"/>
              <a:gd name="connsiteY4" fmla="*/ 0 h 2376051"/>
              <a:gd name="connsiteX5" fmla="*/ 2929615 w 2938490"/>
              <a:gd name="connsiteY5" fmla="*/ 1524756 h 2376051"/>
              <a:gd name="connsiteX6" fmla="*/ 2350048 w 2938490"/>
              <a:gd name="connsiteY6" fmla="*/ 2326170 h 2376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8490" h="2376051">
                <a:moveTo>
                  <a:pt x="699237" y="2376051"/>
                </a:moveTo>
                <a:lnTo>
                  <a:pt x="587514" y="2303781"/>
                </a:lnTo>
                <a:cubicBezTo>
                  <a:pt x="258385" y="2061345"/>
                  <a:pt x="30793" y="1746634"/>
                  <a:pt x="7948" y="1502367"/>
                </a:cubicBezTo>
                <a:cubicBezTo>
                  <a:pt x="5299" y="1001578"/>
                  <a:pt x="2649" y="500789"/>
                  <a:pt x="0" y="0"/>
                </a:cubicBezTo>
                <a:lnTo>
                  <a:pt x="2938490" y="0"/>
                </a:lnTo>
                <a:cubicBezTo>
                  <a:pt x="2935532" y="508252"/>
                  <a:pt x="2932573" y="1016504"/>
                  <a:pt x="2929615" y="1524756"/>
                </a:cubicBezTo>
                <a:cubicBezTo>
                  <a:pt x="2906769" y="1769023"/>
                  <a:pt x="2679177" y="2083734"/>
                  <a:pt x="2350048" y="2326170"/>
                </a:cubicBezTo>
              </a:path>
            </a:pathLst>
          </a:custGeom>
          <a:noFill/>
          <a:ln w="76200">
            <a:solidFill>
              <a:srgbClr val="0047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/>
          </a:p>
        </p:txBody>
      </p:sp>
      <p:sp>
        <p:nvSpPr>
          <p:cNvPr id="13" name="Frihåndsform: figur 12">
            <a:extLst>
              <a:ext uri="{FF2B5EF4-FFF2-40B4-BE49-F238E27FC236}">
                <a16:creationId xmlns:a16="http://schemas.microsoft.com/office/drawing/2014/main" id="{15BB57EA-BD56-DF0D-ED0D-3ABEF838DE0B}"/>
              </a:ext>
            </a:extLst>
          </p:cNvPr>
          <p:cNvSpPr/>
          <p:nvPr/>
        </p:nvSpPr>
        <p:spPr>
          <a:xfrm>
            <a:off x="6431024" y="3044212"/>
            <a:ext cx="739204" cy="384788"/>
          </a:xfrm>
          <a:custGeom>
            <a:avLst/>
            <a:gdLst>
              <a:gd name="connsiteX0" fmla="*/ 1064542 w 1085013"/>
              <a:gd name="connsiteY0" fmla="*/ 0 h 399197"/>
              <a:gd name="connsiteX1" fmla="*/ 16 w 1085013"/>
              <a:gd name="connsiteY1" fmla="*/ 272956 h 399197"/>
              <a:gd name="connsiteX2" fmla="*/ 1085013 w 1085013"/>
              <a:gd name="connsiteY2" fmla="*/ 399197 h 399197"/>
              <a:gd name="connsiteX0" fmla="*/ 1068485 w 1088956"/>
              <a:gd name="connsiteY0" fmla="*/ 65601 h 464798"/>
              <a:gd name="connsiteX1" fmla="*/ 778470 w 1088956"/>
              <a:gd name="connsiteY1" fmla="*/ 11010 h 464798"/>
              <a:gd name="connsiteX2" fmla="*/ 3959 w 1088956"/>
              <a:gd name="connsiteY2" fmla="*/ 338557 h 464798"/>
              <a:gd name="connsiteX3" fmla="*/ 1088956 w 1088956"/>
              <a:gd name="connsiteY3" fmla="*/ 464798 h 464798"/>
              <a:gd name="connsiteX0" fmla="*/ 1075309 w 1088956"/>
              <a:gd name="connsiteY0" fmla="*/ 40959 h 467451"/>
              <a:gd name="connsiteX1" fmla="*/ 778470 w 1088956"/>
              <a:gd name="connsiteY1" fmla="*/ 13663 h 467451"/>
              <a:gd name="connsiteX2" fmla="*/ 3959 w 1088956"/>
              <a:gd name="connsiteY2" fmla="*/ 341210 h 467451"/>
              <a:gd name="connsiteX3" fmla="*/ 1088956 w 1088956"/>
              <a:gd name="connsiteY3" fmla="*/ 467451 h 467451"/>
              <a:gd name="connsiteX0" fmla="*/ 1093388 w 1107035"/>
              <a:gd name="connsiteY0" fmla="*/ 40959 h 467451"/>
              <a:gd name="connsiteX1" fmla="*/ 796549 w 1107035"/>
              <a:gd name="connsiteY1" fmla="*/ 13663 h 467451"/>
              <a:gd name="connsiteX2" fmla="*/ 441707 w 1107035"/>
              <a:gd name="connsiteY2" fmla="*/ 238852 h 467451"/>
              <a:gd name="connsiteX3" fmla="*/ 22038 w 1107035"/>
              <a:gd name="connsiteY3" fmla="*/ 341210 h 467451"/>
              <a:gd name="connsiteX4" fmla="*/ 1107035 w 1107035"/>
              <a:gd name="connsiteY4" fmla="*/ 467451 h 467451"/>
              <a:gd name="connsiteX0" fmla="*/ 681211 w 694858"/>
              <a:gd name="connsiteY0" fmla="*/ 40959 h 467451"/>
              <a:gd name="connsiteX1" fmla="*/ 384372 w 694858"/>
              <a:gd name="connsiteY1" fmla="*/ 13663 h 467451"/>
              <a:gd name="connsiteX2" fmla="*/ 29530 w 694858"/>
              <a:gd name="connsiteY2" fmla="*/ 238852 h 467451"/>
              <a:gd name="connsiteX3" fmla="*/ 350252 w 694858"/>
              <a:gd name="connsiteY3" fmla="*/ 320738 h 467451"/>
              <a:gd name="connsiteX4" fmla="*/ 694858 w 694858"/>
              <a:gd name="connsiteY4" fmla="*/ 467451 h 467451"/>
              <a:gd name="connsiteX0" fmla="*/ 771387 w 785034"/>
              <a:gd name="connsiteY0" fmla="*/ 40959 h 467451"/>
              <a:gd name="connsiteX1" fmla="*/ 474548 w 785034"/>
              <a:gd name="connsiteY1" fmla="*/ 13663 h 467451"/>
              <a:gd name="connsiteX2" fmla="*/ 24172 w 785034"/>
              <a:gd name="connsiteY2" fmla="*/ 320739 h 467451"/>
              <a:gd name="connsiteX3" fmla="*/ 440428 w 785034"/>
              <a:gd name="connsiteY3" fmla="*/ 320738 h 467451"/>
              <a:gd name="connsiteX4" fmla="*/ 785034 w 785034"/>
              <a:gd name="connsiteY4" fmla="*/ 467451 h 467451"/>
              <a:gd name="connsiteX0" fmla="*/ 760306 w 773953"/>
              <a:gd name="connsiteY0" fmla="*/ 40959 h 467451"/>
              <a:gd name="connsiteX1" fmla="*/ 463467 w 773953"/>
              <a:gd name="connsiteY1" fmla="*/ 13663 h 467451"/>
              <a:gd name="connsiteX2" fmla="*/ 13091 w 773953"/>
              <a:gd name="connsiteY2" fmla="*/ 320739 h 467451"/>
              <a:gd name="connsiteX3" fmla="*/ 125685 w 773953"/>
              <a:gd name="connsiteY3" fmla="*/ 419685 h 467451"/>
              <a:gd name="connsiteX4" fmla="*/ 429347 w 773953"/>
              <a:gd name="connsiteY4" fmla="*/ 320738 h 467451"/>
              <a:gd name="connsiteX5" fmla="*/ 773953 w 773953"/>
              <a:gd name="connsiteY5" fmla="*/ 467451 h 467451"/>
              <a:gd name="connsiteX0" fmla="*/ 760306 w 773953"/>
              <a:gd name="connsiteY0" fmla="*/ 40959 h 467451"/>
              <a:gd name="connsiteX1" fmla="*/ 463467 w 773953"/>
              <a:gd name="connsiteY1" fmla="*/ 13663 h 467451"/>
              <a:gd name="connsiteX2" fmla="*/ 13091 w 773953"/>
              <a:gd name="connsiteY2" fmla="*/ 255912 h 467451"/>
              <a:gd name="connsiteX3" fmla="*/ 125685 w 773953"/>
              <a:gd name="connsiteY3" fmla="*/ 419685 h 467451"/>
              <a:gd name="connsiteX4" fmla="*/ 429347 w 773953"/>
              <a:gd name="connsiteY4" fmla="*/ 320738 h 467451"/>
              <a:gd name="connsiteX5" fmla="*/ 773953 w 773953"/>
              <a:gd name="connsiteY5" fmla="*/ 467451 h 467451"/>
              <a:gd name="connsiteX0" fmla="*/ 739204 w 752851"/>
              <a:gd name="connsiteY0" fmla="*/ 40959 h 467451"/>
              <a:gd name="connsiteX1" fmla="*/ 442365 w 752851"/>
              <a:gd name="connsiteY1" fmla="*/ 13663 h 467451"/>
              <a:gd name="connsiteX2" fmla="*/ 15872 w 752851"/>
              <a:gd name="connsiteY2" fmla="*/ 279796 h 467451"/>
              <a:gd name="connsiteX3" fmla="*/ 104583 w 752851"/>
              <a:gd name="connsiteY3" fmla="*/ 419685 h 467451"/>
              <a:gd name="connsiteX4" fmla="*/ 408245 w 752851"/>
              <a:gd name="connsiteY4" fmla="*/ 320738 h 467451"/>
              <a:gd name="connsiteX5" fmla="*/ 752851 w 752851"/>
              <a:gd name="connsiteY5" fmla="*/ 467451 h 467451"/>
              <a:gd name="connsiteX0" fmla="*/ 739204 w 752851"/>
              <a:gd name="connsiteY0" fmla="*/ 18023 h 444515"/>
              <a:gd name="connsiteX1" fmla="*/ 442365 w 752851"/>
              <a:gd name="connsiteY1" fmla="*/ 18023 h 444515"/>
              <a:gd name="connsiteX2" fmla="*/ 15872 w 752851"/>
              <a:gd name="connsiteY2" fmla="*/ 256860 h 444515"/>
              <a:gd name="connsiteX3" fmla="*/ 104583 w 752851"/>
              <a:gd name="connsiteY3" fmla="*/ 396749 h 444515"/>
              <a:gd name="connsiteX4" fmla="*/ 408245 w 752851"/>
              <a:gd name="connsiteY4" fmla="*/ 297802 h 444515"/>
              <a:gd name="connsiteX5" fmla="*/ 752851 w 752851"/>
              <a:gd name="connsiteY5" fmla="*/ 444515 h 444515"/>
              <a:gd name="connsiteX0" fmla="*/ 739204 w 752851"/>
              <a:gd name="connsiteY0" fmla="*/ 53137 h 438686"/>
              <a:gd name="connsiteX1" fmla="*/ 442365 w 752851"/>
              <a:gd name="connsiteY1" fmla="*/ 12194 h 438686"/>
              <a:gd name="connsiteX2" fmla="*/ 15872 w 752851"/>
              <a:gd name="connsiteY2" fmla="*/ 251031 h 438686"/>
              <a:gd name="connsiteX3" fmla="*/ 104583 w 752851"/>
              <a:gd name="connsiteY3" fmla="*/ 390920 h 438686"/>
              <a:gd name="connsiteX4" fmla="*/ 408245 w 752851"/>
              <a:gd name="connsiteY4" fmla="*/ 291973 h 438686"/>
              <a:gd name="connsiteX5" fmla="*/ 752851 w 752851"/>
              <a:gd name="connsiteY5" fmla="*/ 438686 h 438686"/>
              <a:gd name="connsiteX0" fmla="*/ 739204 w 752851"/>
              <a:gd name="connsiteY0" fmla="*/ 32085 h 417634"/>
              <a:gd name="connsiteX1" fmla="*/ 438953 w 752851"/>
              <a:gd name="connsiteY1" fmla="*/ 15025 h 417634"/>
              <a:gd name="connsiteX2" fmla="*/ 15872 w 752851"/>
              <a:gd name="connsiteY2" fmla="*/ 229979 h 417634"/>
              <a:gd name="connsiteX3" fmla="*/ 104583 w 752851"/>
              <a:gd name="connsiteY3" fmla="*/ 369868 h 417634"/>
              <a:gd name="connsiteX4" fmla="*/ 408245 w 752851"/>
              <a:gd name="connsiteY4" fmla="*/ 270921 h 417634"/>
              <a:gd name="connsiteX5" fmla="*/ 752851 w 752851"/>
              <a:gd name="connsiteY5" fmla="*/ 417634 h 417634"/>
              <a:gd name="connsiteX0" fmla="*/ 739204 w 752851"/>
              <a:gd name="connsiteY0" fmla="*/ 47005 h 432554"/>
              <a:gd name="connsiteX1" fmla="*/ 438953 w 752851"/>
              <a:gd name="connsiteY1" fmla="*/ 12886 h 432554"/>
              <a:gd name="connsiteX2" fmla="*/ 15872 w 752851"/>
              <a:gd name="connsiteY2" fmla="*/ 244899 h 432554"/>
              <a:gd name="connsiteX3" fmla="*/ 104583 w 752851"/>
              <a:gd name="connsiteY3" fmla="*/ 384788 h 432554"/>
              <a:gd name="connsiteX4" fmla="*/ 408245 w 752851"/>
              <a:gd name="connsiteY4" fmla="*/ 285841 h 432554"/>
              <a:gd name="connsiteX5" fmla="*/ 752851 w 752851"/>
              <a:gd name="connsiteY5" fmla="*/ 432554 h 432554"/>
              <a:gd name="connsiteX0" fmla="*/ 739204 w 739204"/>
              <a:gd name="connsiteY0" fmla="*/ 47005 h 384788"/>
              <a:gd name="connsiteX1" fmla="*/ 438953 w 739204"/>
              <a:gd name="connsiteY1" fmla="*/ 12886 h 384788"/>
              <a:gd name="connsiteX2" fmla="*/ 15872 w 739204"/>
              <a:gd name="connsiteY2" fmla="*/ 244899 h 384788"/>
              <a:gd name="connsiteX3" fmla="*/ 104583 w 739204"/>
              <a:gd name="connsiteY3" fmla="*/ 384788 h 384788"/>
              <a:gd name="connsiteX4" fmla="*/ 408245 w 739204"/>
              <a:gd name="connsiteY4" fmla="*/ 285841 h 384788"/>
              <a:gd name="connsiteX0" fmla="*/ 739204 w 739204"/>
              <a:gd name="connsiteY0" fmla="*/ 47005 h 384788"/>
              <a:gd name="connsiteX1" fmla="*/ 438953 w 739204"/>
              <a:gd name="connsiteY1" fmla="*/ 12886 h 384788"/>
              <a:gd name="connsiteX2" fmla="*/ 15872 w 739204"/>
              <a:gd name="connsiteY2" fmla="*/ 244899 h 384788"/>
              <a:gd name="connsiteX3" fmla="*/ 104583 w 739204"/>
              <a:gd name="connsiteY3" fmla="*/ 384788 h 384788"/>
              <a:gd name="connsiteX4" fmla="*/ 408245 w 739204"/>
              <a:gd name="connsiteY4" fmla="*/ 285841 h 384788"/>
              <a:gd name="connsiteX0" fmla="*/ 739204 w 739204"/>
              <a:gd name="connsiteY0" fmla="*/ 47005 h 384788"/>
              <a:gd name="connsiteX1" fmla="*/ 438953 w 739204"/>
              <a:gd name="connsiteY1" fmla="*/ 12886 h 384788"/>
              <a:gd name="connsiteX2" fmla="*/ 15872 w 739204"/>
              <a:gd name="connsiteY2" fmla="*/ 244899 h 384788"/>
              <a:gd name="connsiteX3" fmla="*/ 104583 w 739204"/>
              <a:gd name="connsiteY3" fmla="*/ 384788 h 384788"/>
              <a:gd name="connsiteX4" fmla="*/ 408245 w 739204"/>
              <a:gd name="connsiteY4" fmla="*/ 265369 h 384788"/>
              <a:gd name="connsiteX0" fmla="*/ 739204 w 739204"/>
              <a:gd name="connsiteY0" fmla="*/ 47005 h 384788"/>
              <a:gd name="connsiteX1" fmla="*/ 438953 w 739204"/>
              <a:gd name="connsiteY1" fmla="*/ 12886 h 384788"/>
              <a:gd name="connsiteX2" fmla="*/ 15872 w 739204"/>
              <a:gd name="connsiteY2" fmla="*/ 244899 h 384788"/>
              <a:gd name="connsiteX3" fmla="*/ 104583 w 739204"/>
              <a:gd name="connsiteY3" fmla="*/ 384788 h 384788"/>
              <a:gd name="connsiteX4" fmla="*/ 408245 w 739204"/>
              <a:gd name="connsiteY4" fmla="*/ 265369 h 384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9204" h="384788">
                <a:moveTo>
                  <a:pt x="739204" y="47005"/>
                </a:moveTo>
                <a:cubicBezTo>
                  <a:pt x="681770" y="57809"/>
                  <a:pt x="616374" y="-32607"/>
                  <a:pt x="438953" y="12886"/>
                </a:cubicBezTo>
                <a:cubicBezTo>
                  <a:pt x="320104" y="30514"/>
                  <a:pt x="144957" y="190308"/>
                  <a:pt x="15872" y="244899"/>
                </a:cubicBezTo>
                <a:cubicBezTo>
                  <a:pt x="-31326" y="294941"/>
                  <a:pt x="35207" y="384788"/>
                  <a:pt x="104583" y="384788"/>
                </a:cubicBezTo>
                <a:cubicBezTo>
                  <a:pt x="173959" y="384788"/>
                  <a:pt x="322947" y="314844"/>
                  <a:pt x="408245" y="265369"/>
                </a:cubicBezTo>
              </a:path>
            </a:pathLst>
          </a:custGeom>
          <a:noFill/>
          <a:ln w="76200">
            <a:solidFill>
              <a:srgbClr val="0047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Frihåndsform: figur 13">
            <a:extLst>
              <a:ext uri="{FF2B5EF4-FFF2-40B4-BE49-F238E27FC236}">
                <a16:creationId xmlns:a16="http://schemas.microsoft.com/office/drawing/2014/main" id="{B487F7DD-8F9E-70DA-CE6F-C6FF30C05A16}"/>
              </a:ext>
            </a:extLst>
          </p:cNvPr>
          <p:cNvSpPr/>
          <p:nvPr/>
        </p:nvSpPr>
        <p:spPr>
          <a:xfrm>
            <a:off x="6111344" y="3269119"/>
            <a:ext cx="1075943" cy="335236"/>
          </a:xfrm>
          <a:custGeom>
            <a:avLst/>
            <a:gdLst>
              <a:gd name="connsiteX0" fmla="*/ 287822 w 1055508"/>
              <a:gd name="connsiteY0" fmla="*/ 0 h 328502"/>
              <a:gd name="connsiteX1" fmla="*/ 42162 w 1055508"/>
              <a:gd name="connsiteY1" fmla="*/ 327546 h 328502"/>
              <a:gd name="connsiteX2" fmla="*/ 1055508 w 1055508"/>
              <a:gd name="connsiteY2" fmla="*/ 112594 h 328502"/>
              <a:gd name="connsiteX0" fmla="*/ 348020 w 1115706"/>
              <a:gd name="connsiteY0" fmla="*/ 71169 h 399671"/>
              <a:gd name="connsiteX1" fmla="*/ 44357 w 1115706"/>
              <a:gd name="connsiteY1" fmla="*/ 13166 h 399671"/>
              <a:gd name="connsiteX2" fmla="*/ 102360 w 1115706"/>
              <a:gd name="connsiteY2" fmla="*/ 398715 h 399671"/>
              <a:gd name="connsiteX3" fmla="*/ 1115706 w 1115706"/>
              <a:gd name="connsiteY3" fmla="*/ 183763 h 399671"/>
              <a:gd name="connsiteX0" fmla="*/ 309227 w 1076913"/>
              <a:gd name="connsiteY0" fmla="*/ 71169 h 270868"/>
              <a:gd name="connsiteX1" fmla="*/ 5564 w 1076913"/>
              <a:gd name="connsiteY1" fmla="*/ 13166 h 270868"/>
              <a:gd name="connsiteX2" fmla="*/ 312639 w 1076913"/>
              <a:gd name="connsiteY2" fmla="*/ 269061 h 270868"/>
              <a:gd name="connsiteX3" fmla="*/ 1076913 w 1076913"/>
              <a:gd name="connsiteY3" fmla="*/ 183763 h 270868"/>
              <a:gd name="connsiteX0" fmla="*/ 308257 w 1075943"/>
              <a:gd name="connsiteY0" fmla="*/ 71169 h 336639"/>
              <a:gd name="connsiteX1" fmla="*/ 4594 w 1075943"/>
              <a:gd name="connsiteY1" fmla="*/ 13166 h 336639"/>
              <a:gd name="connsiteX2" fmla="*/ 311669 w 1075943"/>
              <a:gd name="connsiteY2" fmla="*/ 269061 h 336639"/>
              <a:gd name="connsiteX3" fmla="*/ 639215 w 1075943"/>
              <a:gd name="connsiteY3" fmla="*/ 333889 h 336639"/>
              <a:gd name="connsiteX4" fmla="*/ 1075943 w 1075943"/>
              <a:gd name="connsiteY4" fmla="*/ 183763 h 336639"/>
              <a:gd name="connsiteX0" fmla="*/ 308257 w 1075943"/>
              <a:gd name="connsiteY0" fmla="*/ 71169 h 335236"/>
              <a:gd name="connsiteX1" fmla="*/ 4594 w 1075943"/>
              <a:gd name="connsiteY1" fmla="*/ 13166 h 335236"/>
              <a:gd name="connsiteX2" fmla="*/ 311669 w 1075943"/>
              <a:gd name="connsiteY2" fmla="*/ 269061 h 335236"/>
              <a:gd name="connsiteX3" fmla="*/ 639215 w 1075943"/>
              <a:gd name="connsiteY3" fmla="*/ 333889 h 335236"/>
              <a:gd name="connsiteX4" fmla="*/ 959937 w 1075943"/>
              <a:gd name="connsiteY4" fmla="*/ 190588 h 335236"/>
              <a:gd name="connsiteX5" fmla="*/ 1075943 w 1075943"/>
              <a:gd name="connsiteY5" fmla="*/ 183763 h 335236"/>
              <a:gd name="connsiteX0" fmla="*/ 308257 w 1075943"/>
              <a:gd name="connsiteY0" fmla="*/ 71169 h 335236"/>
              <a:gd name="connsiteX1" fmla="*/ 4594 w 1075943"/>
              <a:gd name="connsiteY1" fmla="*/ 13166 h 335236"/>
              <a:gd name="connsiteX2" fmla="*/ 311669 w 1075943"/>
              <a:gd name="connsiteY2" fmla="*/ 269061 h 335236"/>
              <a:gd name="connsiteX3" fmla="*/ 639215 w 1075943"/>
              <a:gd name="connsiteY3" fmla="*/ 333889 h 335236"/>
              <a:gd name="connsiteX4" fmla="*/ 959937 w 1075943"/>
              <a:gd name="connsiteY4" fmla="*/ 207647 h 335236"/>
              <a:gd name="connsiteX5" fmla="*/ 1075943 w 1075943"/>
              <a:gd name="connsiteY5" fmla="*/ 183763 h 33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75943" h="335236">
                <a:moveTo>
                  <a:pt x="308257" y="71169"/>
                </a:moveTo>
                <a:cubicBezTo>
                  <a:pt x="281530" y="92778"/>
                  <a:pt x="45537" y="-41425"/>
                  <a:pt x="4594" y="13166"/>
                </a:cubicBezTo>
                <a:cubicBezTo>
                  <a:pt x="-36349" y="67757"/>
                  <a:pt x="207036" y="233804"/>
                  <a:pt x="311669" y="269061"/>
                </a:cubicBezTo>
                <a:cubicBezTo>
                  <a:pt x="416302" y="304318"/>
                  <a:pt x="530033" y="342987"/>
                  <a:pt x="639215" y="333889"/>
                </a:cubicBezTo>
                <a:cubicBezTo>
                  <a:pt x="748397" y="324791"/>
                  <a:pt x="887149" y="232668"/>
                  <a:pt x="959937" y="207647"/>
                </a:cubicBezTo>
                <a:cubicBezTo>
                  <a:pt x="1032725" y="182626"/>
                  <a:pt x="1057746" y="188881"/>
                  <a:pt x="1075943" y="183763"/>
                </a:cubicBezTo>
              </a:path>
            </a:pathLst>
          </a:custGeom>
          <a:noFill/>
          <a:ln w="76200">
            <a:solidFill>
              <a:srgbClr val="0047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Likebent trekant 135">
            <a:extLst>
              <a:ext uri="{FF2B5EF4-FFF2-40B4-BE49-F238E27FC236}">
                <a16:creationId xmlns:a16="http://schemas.microsoft.com/office/drawing/2014/main" id="{FE1A16ED-D595-B2B9-6256-778C33C26469}"/>
              </a:ext>
            </a:extLst>
          </p:cNvPr>
          <p:cNvSpPr/>
          <p:nvPr/>
        </p:nvSpPr>
        <p:spPr>
          <a:xfrm rot="10800000">
            <a:off x="5870098" y="5428575"/>
            <a:ext cx="404135" cy="133947"/>
          </a:xfrm>
          <a:custGeom>
            <a:avLst/>
            <a:gdLst>
              <a:gd name="connsiteX0" fmla="*/ 0 w 1184020"/>
              <a:gd name="connsiteY0" fmla="*/ 392373 h 392373"/>
              <a:gd name="connsiteX1" fmla="*/ 592010 w 1184020"/>
              <a:gd name="connsiteY1" fmla="*/ 0 h 392373"/>
              <a:gd name="connsiteX2" fmla="*/ 1184020 w 1184020"/>
              <a:gd name="connsiteY2" fmla="*/ 392373 h 392373"/>
              <a:gd name="connsiteX3" fmla="*/ 0 w 1184020"/>
              <a:gd name="connsiteY3" fmla="*/ 392373 h 392373"/>
              <a:gd name="connsiteX0" fmla="*/ 0 w 1275460"/>
              <a:gd name="connsiteY0" fmla="*/ 392373 h 483813"/>
              <a:gd name="connsiteX1" fmla="*/ 592010 w 1275460"/>
              <a:gd name="connsiteY1" fmla="*/ 0 h 483813"/>
              <a:gd name="connsiteX2" fmla="*/ 1275460 w 1275460"/>
              <a:gd name="connsiteY2" fmla="*/ 483813 h 483813"/>
              <a:gd name="connsiteX0" fmla="*/ 0 w 797788"/>
              <a:gd name="connsiteY0" fmla="*/ 392373 h 392373"/>
              <a:gd name="connsiteX1" fmla="*/ 592010 w 797788"/>
              <a:gd name="connsiteY1" fmla="*/ 0 h 392373"/>
              <a:gd name="connsiteX2" fmla="*/ 797788 w 797788"/>
              <a:gd name="connsiteY2" fmla="*/ 118735 h 392373"/>
              <a:gd name="connsiteX0" fmla="*/ 0 w 391767"/>
              <a:gd name="connsiteY0" fmla="*/ 112594 h 119027"/>
              <a:gd name="connsiteX1" fmla="*/ 185989 w 391767"/>
              <a:gd name="connsiteY1" fmla="*/ 0 h 119027"/>
              <a:gd name="connsiteX2" fmla="*/ 391767 w 391767"/>
              <a:gd name="connsiteY2" fmla="*/ 118735 h 119027"/>
              <a:gd name="connsiteX0" fmla="*/ 0 w 442946"/>
              <a:gd name="connsiteY0" fmla="*/ 112594 h 221093"/>
              <a:gd name="connsiteX1" fmla="*/ 185989 w 442946"/>
              <a:gd name="connsiteY1" fmla="*/ 0 h 221093"/>
              <a:gd name="connsiteX2" fmla="*/ 442946 w 442946"/>
              <a:gd name="connsiteY2" fmla="*/ 221093 h 221093"/>
              <a:gd name="connsiteX0" fmla="*/ 0 w 463417"/>
              <a:gd name="connsiteY0" fmla="*/ 112594 h 166502"/>
              <a:gd name="connsiteX1" fmla="*/ 185989 w 463417"/>
              <a:gd name="connsiteY1" fmla="*/ 0 h 166502"/>
              <a:gd name="connsiteX2" fmla="*/ 463417 w 463417"/>
              <a:gd name="connsiteY2" fmla="*/ 166502 h 166502"/>
              <a:gd name="connsiteX0" fmla="*/ 0 w 644250"/>
              <a:gd name="connsiteY0" fmla="*/ 225188 h 225188"/>
              <a:gd name="connsiteX1" fmla="*/ 366822 w 644250"/>
              <a:gd name="connsiteY1" fmla="*/ 0 h 225188"/>
              <a:gd name="connsiteX2" fmla="*/ 644250 w 644250"/>
              <a:gd name="connsiteY2" fmla="*/ 166502 h 225188"/>
              <a:gd name="connsiteX0" fmla="*/ 0 w 661310"/>
              <a:gd name="connsiteY0" fmla="*/ 225188 h 225188"/>
              <a:gd name="connsiteX1" fmla="*/ 366822 w 661310"/>
              <a:gd name="connsiteY1" fmla="*/ 0 h 225188"/>
              <a:gd name="connsiteX2" fmla="*/ 661310 w 661310"/>
              <a:gd name="connsiteY2" fmla="*/ 200622 h 225188"/>
              <a:gd name="connsiteX0" fmla="*/ 0 w 499385"/>
              <a:gd name="connsiteY0" fmla="*/ 129938 h 200622"/>
              <a:gd name="connsiteX1" fmla="*/ 204897 w 499385"/>
              <a:gd name="connsiteY1" fmla="*/ 0 h 200622"/>
              <a:gd name="connsiteX2" fmla="*/ 499385 w 499385"/>
              <a:gd name="connsiteY2" fmla="*/ 200622 h 200622"/>
              <a:gd name="connsiteX0" fmla="*/ 0 w 356510"/>
              <a:gd name="connsiteY0" fmla="*/ 129938 h 129938"/>
              <a:gd name="connsiteX1" fmla="*/ 204897 w 356510"/>
              <a:gd name="connsiteY1" fmla="*/ 0 h 129938"/>
              <a:gd name="connsiteX2" fmla="*/ 356510 w 356510"/>
              <a:gd name="connsiteY2" fmla="*/ 100609 h 129938"/>
              <a:gd name="connsiteX0" fmla="*/ 0 w 404135"/>
              <a:gd name="connsiteY0" fmla="*/ 129938 h 133947"/>
              <a:gd name="connsiteX1" fmla="*/ 204897 w 404135"/>
              <a:gd name="connsiteY1" fmla="*/ 0 h 133947"/>
              <a:gd name="connsiteX2" fmla="*/ 404135 w 404135"/>
              <a:gd name="connsiteY2" fmla="*/ 133947 h 133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4135" h="133947">
                <a:moveTo>
                  <a:pt x="0" y="129938"/>
                </a:moveTo>
                <a:lnTo>
                  <a:pt x="204897" y="0"/>
                </a:lnTo>
                <a:lnTo>
                  <a:pt x="404135" y="133947"/>
                </a:lnTo>
              </a:path>
            </a:pathLst>
          </a:custGeom>
          <a:noFill/>
          <a:ln w="76200" cap="flat">
            <a:solidFill>
              <a:srgbClr val="0047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F90BACFE-6411-97BB-F249-9476AA667BB0}"/>
              </a:ext>
            </a:extLst>
          </p:cNvPr>
          <p:cNvSpPr/>
          <p:nvPr/>
        </p:nvSpPr>
        <p:spPr>
          <a:xfrm>
            <a:off x="5182019" y="3547848"/>
            <a:ext cx="211203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6000" algn="just"/>
            <a:r>
              <a:rPr lang="nb-NO" sz="4800" b="1" cap="none" spc="0">
                <a:ln w="0">
                  <a:noFill/>
                </a:ln>
                <a:solidFill>
                  <a:schemeClr val="tx2"/>
                </a:solidFill>
                <a:effectLst/>
                <a:latin typeface="+mj-lt"/>
                <a:cs typeface="Aharoni" panose="020F0502020204030204" pitchFamily="2" charset="-79"/>
              </a:rPr>
              <a:t>TEAM </a:t>
            </a:r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40C62CD4-75E9-9854-1732-D92BC561E093}"/>
              </a:ext>
            </a:extLst>
          </p:cNvPr>
          <p:cNvSpPr txBox="1"/>
          <p:nvPr/>
        </p:nvSpPr>
        <p:spPr>
          <a:xfrm>
            <a:off x="4529631" y="4122802"/>
            <a:ext cx="30850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 algn="ctr"/>
            <a:r>
              <a:rPr lang="nb-NO" sz="4800" b="1" cap="none" spc="0">
                <a:ln w="0">
                  <a:noFill/>
                </a:ln>
                <a:solidFill>
                  <a:schemeClr val="tx2"/>
                </a:solidFill>
                <a:effectLst/>
                <a:latin typeface="+mj-lt"/>
                <a:cs typeface="Aharoni" panose="020F0502020204030204" pitchFamily="2" charset="-79"/>
              </a:rPr>
              <a:t>MOTTA OG </a:t>
            </a: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35953145-7A4F-56D2-713E-5600436A1775}"/>
              </a:ext>
            </a:extLst>
          </p:cNvPr>
          <p:cNvSpPr txBox="1"/>
          <p:nvPr/>
        </p:nvSpPr>
        <p:spPr>
          <a:xfrm>
            <a:off x="4640222" y="4697756"/>
            <a:ext cx="28638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 algn="ctr"/>
            <a:r>
              <a:rPr lang="nb-NO" sz="4800" b="1" cap="none" spc="0">
                <a:ln w="0">
                  <a:noFill/>
                </a:ln>
                <a:solidFill>
                  <a:schemeClr val="tx2"/>
                </a:solidFill>
                <a:effectLst/>
                <a:latin typeface="+mj-lt"/>
                <a:cs typeface="Aharoni" panose="020F0502020204030204" pitchFamily="2" charset="-79"/>
              </a:rPr>
              <a:t>BEREGNE</a:t>
            </a:r>
          </a:p>
        </p:txBody>
      </p:sp>
    </p:spTree>
    <p:extLst>
      <p:ext uri="{BB962C8B-B14F-4D97-AF65-F5344CB8AC3E}">
        <p14:creationId xmlns:p14="http://schemas.microsoft.com/office/powerpoint/2010/main" val="2381443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000" advClick="0" advTm="20000">
        <p159:morph option="byObject"/>
      </p:transition>
    </mc:Choice>
    <mc:Fallback xmlns="">
      <p:transition spd="slow" advClick="0" advTm="20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9E0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A07F3E-4BD2-6C3E-C180-1558D8465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Sylinder 3">
            <a:extLst>
              <a:ext uri="{FF2B5EF4-FFF2-40B4-BE49-F238E27FC236}">
                <a16:creationId xmlns:a16="http://schemas.microsoft.com/office/drawing/2014/main" id="{61B3B12B-A205-3FE3-855A-C6738FA16677}"/>
              </a:ext>
            </a:extLst>
          </p:cNvPr>
          <p:cNvSpPr txBox="1"/>
          <p:nvPr/>
        </p:nvSpPr>
        <p:spPr>
          <a:xfrm>
            <a:off x="479053" y="1380501"/>
            <a:ext cx="31832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600">
                <a:solidFill>
                  <a:schemeClr val="bg1"/>
                </a:solidFill>
              </a:rPr>
              <a:t>Sikker og stabil drift</a:t>
            </a: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A6BC8E39-3D0F-28C6-B35D-80B503118296}"/>
              </a:ext>
            </a:extLst>
          </p:cNvPr>
          <p:cNvSpPr txBox="1"/>
          <p:nvPr/>
        </p:nvSpPr>
        <p:spPr>
          <a:xfrm>
            <a:off x="3193505" y="1014059"/>
            <a:ext cx="987262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base">
              <a:buClr>
                <a:schemeClr val="bg1"/>
              </a:buClr>
              <a:buSzPct val="200000"/>
            </a:pPr>
            <a:r>
              <a:rPr lang="nb-NO" sz="2400" b="1" i="0">
                <a:solidFill>
                  <a:schemeClr val="bg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Øke teamets kapasitet på utvikling av Oppdrag Z</a:t>
            </a:r>
          </a:p>
        </p:txBody>
      </p:sp>
      <p:sp>
        <p:nvSpPr>
          <p:cNvPr id="2" name="TekstSylinder 1">
            <a:extLst>
              <a:ext uri="{FF2B5EF4-FFF2-40B4-BE49-F238E27FC236}">
                <a16:creationId xmlns:a16="http://schemas.microsoft.com/office/drawing/2014/main" id="{3C5A1C80-D31D-69C2-11EC-A340464A9BA5}"/>
              </a:ext>
            </a:extLst>
          </p:cNvPr>
          <p:cNvSpPr txBox="1"/>
          <p:nvPr/>
        </p:nvSpPr>
        <p:spPr>
          <a:xfrm>
            <a:off x="3193505" y="1654567"/>
            <a:ext cx="899849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buClr>
                <a:schemeClr val="bg1"/>
              </a:buClr>
              <a:buSzPct val="200000"/>
              <a:defRPr/>
            </a:pPr>
            <a:r>
              <a:rPr lang="nb-NO" sz="2400" b="1">
                <a:solidFill>
                  <a:schemeClr val="bg1"/>
                </a:solidFill>
              </a:rPr>
              <a:t>Sikre teamets kapasitet på testområde</a:t>
            </a: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306D6772-4DB6-BBFD-BBA7-3027CFD28E4F}"/>
              </a:ext>
            </a:extLst>
          </p:cNvPr>
          <p:cNvSpPr txBox="1"/>
          <p:nvPr/>
        </p:nvSpPr>
        <p:spPr>
          <a:xfrm>
            <a:off x="479054" y="2935583"/>
            <a:ext cx="31832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600">
                <a:solidFill>
                  <a:schemeClr val="bg1"/>
                </a:solidFill>
              </a:rPr>
              <a:t>Lovendringer</a:t>
            </a: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5A719BD8-91EA-5D82-62C1-1CAEC102540C}"/>
              </a:ext>
            </a:extLst>
          </p:cNvPr>
          <p:cNvSpPr txBox="1"/>
          <p:nvPr/>
        </p:nvSpPr>
        <p:spPr>
          <a:xfrm>
            <a:off x="3193505" y="2408824"/>
            <a:ext cx="54738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chemeClr val="bg1"/>
              </a:buClr>
              <a:buSzPct val="120000"/>
              <a:defRPr/>
            </a:pPr>
            <a:r>
              <a:rPr lang="nb-NO" sz="2400" b="1">
                <a:solidFill>
                  <a:schemeClr val="bg1"/>
                </a:solidFill>
                <a:cs typeface="Arial" panose="020B0604020202020204" pitchFamily="34" charset="0"/>
              </a:rPr>
              <a:t>Ny </a:t>
            </a:r>
            <a:r>
              <a:rPr lang="nb-NO" sz="2400" b="1" err="1">
                <a:solidFill>
                  <a:schemeClr val="bg1"/>
                </a:solidFill>
                <a:cs typeface="Arial" panose="020B0604020202020204" pitchFamily="34" charset="0"/>
              </a:rPr>
              <a:t>innkrevingslov</a:t>
            </a:r>
            <a:r>
              <a:rPr lang="nb-NO" sz="2400" b="1">
                <a:solidFill>
                  <a:schemeClr val="bg1"/>
                </a:solidFill>
                <a:cs typeface="Arial" panose="020B0604020202020204" pitchFamily="34" charset="0"/>
              </a:rPr>
              <a:t> (utleggstrekk)</a:t>
            </a: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E2767F11-D864-0BF7-7172-F4055E3E6C1B}"/>
              </a:ext>
            </a:extLst>
          </p:cNvPr>
          <p:cNvSpPr txBox="1"/>
          <p:nvPr/>
        </p:nvSpPr>
        <p:spPr>
          <a:xfrm>
            <a:off x="3193505" y="2948819"/>
            <a:ext cx="4248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  <a:buSzPct val="120000"/>
              <a:defRPr/>
            </a:pPr>
            <a:r>
              <a:rPr lang="nb-NO" sz="2400" b="1">
                <a:solidFill>
                  <a:schemeClr val="bg1"/>
                </a:solidFill>
                <a:cs typeface="Arial" panose="020B0604020202020204" pitchFamily="34" charset="0"/>
              </a:rPr>
              <a:t>Skattebetalingsforskriften</a:t>
            </a: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CA2C6052-093E-BB03-FE45-C8D064FFA57C}"/>
              </a:ext>
            </a:extLst>
          </p:cNvPr>
          <p:cNvSpPr txBox="1"/>
          <p:nvPr/>
        </p:nvSpPr>
        <p:spPr>
          <a:xfrm>
            <a:off x="3193505" y="3470511"/>
            <a:ext cx="44738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chemeClr val="bg1"/>
              </a:buClr>
              <a:buSzPct val="120000"/>
              <a:defRPr/>
            </a:pPr>
            <a:r>
              <a:rPr lang="nb-NO" sz="2400" b="1">
                <a:solidFill>
                  <a:schemeClr val="bg1"/>
                </a:solidFill>
                <a:cs typeface="Arial" panose="020B0604020202020204" pitchFamily="34" charset="0"/>
              </a:rPr>
              <a:t>Nye pensjonsarter for SPK</a:t>
            </a: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90155120-AB3B-A2CD-EB1C-186AD11D299E}"/>
              </a:ext>
            </a:extLst>
          </p:cNvPr>
          <p:cNvSpPr txBox="1"/>
          <p:nvPr/>
        </p:nvSpPr>
        <p:spPr>
          <a:xfrm>
            <a:off x="444976" y="4380142"/>
            <a:ext cx="5497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600">
                <a:solidFill>
                  <a:schemeClr val="bg1"/>
                </a:solidFill>
              </a:rPr>
              <a:t>Bidra på andres team </a:t>
            </a:r>
          </a:p>
          <a:p>
            <a:r>
              <a:rPr lang="nb-NO" sz="1600">
                <a:solidFill>
                  <a:schemeClr val="bg1"/>
                </a:solidFill>
              </a:rPr>
              <a:t>og eksterne målsettinger</a:t>
            </a: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92E454B9-8446-66A0-98B1-ACEBD3223ABC}"/>
              </a:ext>
            </a:extLst>
          </p:cNvPr>
          <p:cNvSpPr txBox="1"/>
          <p:nvPr/>
        </p:nvSpPr>
        <p:spPr>
          <a:xfrm>
            <a:off x="3193505" y="4166547"/>
            <a:ext cx="8540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chemeClr val="bg1"/>
              </a:buClr>
              <a:buSzPct val="100000"/>
              <a:defRPr/>
            </a:pPr>
            <a:r>
              <a:rPr lang="nb-NO" sz="2400" b="1">
                <a:solidFill>
                  <a:schemeClr val="bg1"/>
                </a:solidFill>
              </a:rPr>
              <a:t>Bidra mot P4</a:t>
            </a:r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75C3BD8B-3B43-CF92-C12C-22DDC75B9C2D}"/>
              </a:ext>
            </a:extLst>
          </p:cNvPr>
          <p:cNvSpPr txBox="1"/>
          <p:nvPr/>
        </p:nvSpPr>
        <p:spPr>
          <a:xfrm>
            <a:off x="3193505" y="4797214"/>
            <a:ext cx="76321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chemeClr val="bg1"/>
              </a:buClr>
              <a:buSzPct val="100000"/>
              <a:defRPr/>
            </a:pPr>
            <a:r>
              <a:rPr lang="nb-NO" sz="2400" b="1">
                <a:solidFill>
                  <a:schemeClr val="bg1"/>
                </a:solidFill>
              </a:rPr>
              <a:t>Bidra med å utarbeide styringsdokument (SSD)</a:t>
            </a: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8A7E024F-915C-4A0E-9EF1-11720E89793D}"/>
              </a:ext>
            </a:extLst>
          </p:cNvPr>
          <p:cNvSpPr txBox="1"/>
          <p:nvPr/>
        </p:nvSpPr>
        <p:spPr>
          <a:xfrm>
            <a:off x="444976" y="5845312"/>
            <a:ext cx="18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600">
                <a:solidFill>
                  <a:schemeClr val="bg1"/>
                </a:solidFill>
              </a:rPr>
              <a:t>Mål T3 2025</a:t>
            </a:r>
          </a:p>
        </p:txBody>
      </p:sp>
      <p:sp>
        <p:nvSpPr>
          <p:cNvPr id="16" name="TekstSylinder 15">
            <a:extLst>
              <a:ext uri="{FF2B5EF4-FFF2-40B4-BE49-F238E27FC236}">
                <a16:creationId xmlns:a16="http://schemas.microsoft.com/office/drawing/2014/main" id="{B3498986-45C3-59CD-FAE7-D4D6480BFBB4}"/>
              </a:ext>
            </a:extLst>
          </p:cNvPr>
          <p:cNvSpPr txBox="1"/>
          <p:nvPr/>
        </p:nvSpPr>
        <p:spPr>
          <a:xfrm>
            <a:off x="3193505" y="5545090"/>
            <a:ext cx="83116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chemeClr val="bg1"/>
              </a:buClr>
              <a:buSzPct val="100000"/>
              <a:defRPr/>
            </a:pPr>
            <a:r>
              <a:rPr lang="nb-NO" sz="2400" b="1">
                <a:solidFill>
                  <a:schemeClr val="bg1"/>
                </a:solidFill>
                <a:cs typeface="Arial" panose="020B0604020202020204" pitchFamily="34" charset="0"/>
              </a:rPr>
              <a:t>Redusere usikkerhet rundt fremtidens modernisering</a:t>
            </a:r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7A1507C7-0B74-7445-1DFB-63B614E849B4}"/>
              </a:ext>
            </a:extLst>
          </p:cNvPr>
          <p:cNvSpPr txBox="1"/>
          <p:nvPr/>
        </p:nvSpPr>
        <p:spPr>
          <a:xfrm>
            <a:off x="3193505" y="6175757"/>
            <a:ext cx="8998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chemeClr val="bg1"/>
              </a:buClr>
              <a:buSzPct val="100000"/>
              <a:defRPr/>
            </a:pPr>
            <a:r>
              <a:rPr lang="nb-NO" sz="2400" b="1">
                <a:solidFill>
                  <a:schemeClr val="bg1"/>
                </a:solidFill>
                <a:cs typeface="Arial" panose="020B0604020202020204" pitchFamily="34" charset="0"/>
              </a:rPr>
              <a:t>Øke farten på teamets arbeid, gjennom økt domenekunnskap</a:t>
            </a:r>
          </a:p>
        </p:txBody>
      </p:sp>
      <p:pic>
        <p:nvPicPr>
          <p:cNvPr id="24" name="Grafikk 23" descr="Trist ansikt med heldekkende fyll med heldekkende fyll">
            <a:extLst>
              <a:ext uri="{FF2B5EF4-FFF2-40B4-BE49-F238E27FC236}">
                <a16:creationId xmlns:a16="http://schemas.microsoft.com/office/drawing/2014/main" id="{A0E8390D-1D0E-06C4-EE17-2FC12D94F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89821" y="-565855"/>
            <a:ext cx="461665" cy="461665"/>
          </a:xfrm>
          <a:prstGeom prst="rect">
            <a:avLst/>
          </a:prstGeom>
        </p:spPr>
      </p:pic>
      <p:sp>
        <p:nvSpPr>
          <p:cNvPr id="3" name="TekstSylinder 2">
            <a:extLst>
              <a:ext uri="{FF2B5EF4-FFF2-40B4-BE49-F238E27FC236}">
                <a16:creationId xmlns:a16="http://schemas.microsoft.com/office/drawing/2014/main" id="{3C9C999B-561A-9411-A180-67331180E3F6}"/>
              </a:ext>
            </a:extLst>
          </p:cNvPr>
          <p:cNvSpPr txBox="1"/>
          <p:nvPr/>
        </p:nvSpPr>
        <p:spPr>
          <a:xfrm>
            <a:off x="375479" y="214470"/>
            <a:ext cx="6573602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base">
              <a:buClr>
                <a:schemeClr val="bg1"/>
              </a:buClr>
              <a:buSzPct val="200000"/>
            </a:pPr>
            <a:r>
              <a:rPr lang="nb-NO" sz="3200" b="1" i="0">
                <a:solidFill>
                  <a:schemeClr val="bg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Målene våre for T3 2025</a:t>
            </a:r>
          </a:p>
        </p:txBody>
      </p:sp>
    </p:spTree>
    <p:extLst>
      <p:ext uri="{BB962C8B-B14F-4D97-AF65-F5344CB8AC3E}">
        <p14:creationId xmlns:p14="http://schemas.microsoft.com/office/powerpoint/2010/main" val="222352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000" advClick="0" advTm="20000">
        <p159:morph option="byObject"/>
      </p:transition>
    </mc:Choice>
    <mc:Fallback xmlns="">
      <p:transition spd="slow" advClick="0" advTm="2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2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3" grpId="0"/>
    </p:bldLst>
  </p:timing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1a7df76-0892-4e11-9342-e0df2f932a03}" enabled="1" method="Privileged" siteId="{62366534-1ec3-4962-8869-9b5535279d0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Office-tema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Johannessen, Lene</dc:creator>
  <cp:revision>2</cp:revision>
  <dcterms:created xsi:type="dcterms:W3CDTF">2025-10-23T19:50:17Z</dcterms:created>
  <dcterms:modified xsi:type="dcterms:W3CDTF">2025-11-04T11:43:14Z</dcterms:modified>
</cp:coreProperties>
</file>